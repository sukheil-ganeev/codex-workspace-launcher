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80700"/>
  <p:notesSz cx="7556500" cy="10680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1017"/>
            <a:ext cx="6423025" cy="2242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1192"/>
            <a:ext cx="5289550" cy="267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5" y="1507201"/>
            <a:ext cx="7550150" cy="94615"/>
          </a:xfrm>
          <a:custGeom>
            <a:avLst/>
            <a:gdLst/>
            <a:ahLst/>
            <a:cxnLst/>
            <a:rect l="l" t="t" r="r" b="b"/>
            <a:pathLst>
              <a:path w="7550150" h="94615">
                <a:moveTo>
                  <a:pt x="7549896" y="0"/>
                </a:moveTo>
                <a:lnTo>
                  <a:pt x="0" y="0"/>
                </a:lnTo>
                <a:lnTo>
                  <a:pt x="0" y="94395"/>
                </a:lnTo>
                <a:lnTo>
                  <a:pt x="7549896" y="94395"/>
                </a:lnTo>
                <a:lnTo>
                  <a:pt x="7549896" y="0"/>
                </a:lnTo>
                <a:close/>
              </a:path>
            </a:pathLst>
          </a:custGeom>
          <a:solidFill>
            <a:srgbClr val="00A6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95" y="3048"/>
            <a:ext cx="4782185" cy="1083945"/>
          </a:xfrm>
          <a:custGeom>
            <a:avLst/>
            <a:gdLst/>
            <a:ahLst/>
            <a:cxnLst/>
            <a:rect l="l" t="t" r="r" b="b"/>
            <a:pathLst>
              <a:path w="4782185" h="1083945">
                <a:moveTo>
                  <a:pt x="4782184" y="0"/>
                </a:moveTo>
                <a:lnTo>
                  <a:pt x="0" y="0"/>
                </a:lnTo>
                <a:lnTo>
                  <a:pt x="0" y="1083564"/>
                </a:lnTo>
                <a:lnTo>
                  <a:pt x="4156582" y="1083564"/>
                </a:lnTo>
                <a:lnTo>
                  <a:pt x="4782184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8553" y="1651"/>
            <a:ext cx="6419392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6561"/>
            <a:ext cx="6800850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33051"/>
            <a:ext cx="2418080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553" y="1651"/>
            <a:ext cx="23260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INVOICE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646676" y="379476"/>
            <a:ext cx="2549525" cy="679450"/>
            <a:chOff x="4646676" y="379476"/>
            <a:chExt cx="2549525" cy="679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6676" y="379476"/>
              <a:ext cx="2523744" cy="3566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80204" y="780288"/>
              <a:ext cx="2515870" cy="278765"/>
            </a:xfrm>
            <a:custGeom>
              <a:avLst/>
              <a:gdLst/>
              <a:ahLst/>
              <a:cxnLst/>
              <a:rect l="l" t="t" r="r" b="b"/>
              <a:pathLst>
                <a:path w="2515870" h="278765">
                  <a:moveTo>
                    <a:pt x="1395857" y="0"/>
                  </a:moveTo>
                  <a:lnTo>
                    <a:pt x="1344549" y="0"/>
                  </a:lnTo>
                  <a:lnTo>
                    <a:pt x="1295400" y="507"/>
                  </a:lnTo>
                  <a:lnTo>
                    <a:pt x="1246505" y="1524"/>
                  </a:lnTo>
                  <a:lnTo>
                    <a:pt x="1197356" y="2921"/>
                  </a:lnTo>
                  <a:lnTo>
                    <a:pt x="1148334" y="4825"/>
                  </a:lnTo>
                  <a:lnTo>
                    <a:pt x="1099185" y="7238"/>
                  </a:lnTo>
                  <a:lnTo>
                    <a:pt x="1050163" y="10159"/>
                  </a:lnTo>
                  <a:lnTo>
                    <a:pt x="1001141" y="13588"/>
                  </a:lnTo>
                  <a:lnTo>
                    <a:pt x="952119" y="17525"/>
                  </a:lnTo>
                  <a:lnTo>
                    <a:pt x="903224" y="21971"/>
                  </a:lnTo>
                  <a:lnTo>
                    <a:pt x="854329" y="26924"/>
                  </a:lnTo>
                  <a:lnTo>
                    <a:pt x="805561" y="32511"/>
                  </a:lnTo>
                  <a:lnTo>
                    <a:pt x="756793" y="38480"/>
                  </a:lnTo>
                  <a:lnTo>
                    <a:pt x="708151" y="45211"/>
                  </a:lnTo>
                  <a:lnTo>
                    <a:pt x="659638" y="52450"/>
                  </a:lnTo>
                  <a:lnTo>
                    <a:pt x="610997" y="60325"/>
                  </a:lnTo>
                  <a:lnTo>
                    <a:pt x="562610" y="68706"/>
                  </a:lnTo>
                  <a:lnTo>
                    <a:pt x="514350" y="77724"/>
                  </a:lnTo>
                  <a:lnTo>
                    <a:pt x="466217" y="87249"/>
                  </a:lnTo>
                  <a:lnTo>
                    <a:pt x="418465" y="97408"/>
                  </a:lnTo>
                  <a:lnTo>
                    <a:pt x="370586" y="107950"/>
                  </a:lnTo>
                  <a:lnTo>
                    <a:pt x="322834" y="119252"/>
                  </a:lnTo>
                  <a:lnTo>
                    <a:pt x="275209" y="131190"/>
                  </a:lnTo>
                  <a:lnTo>
                    <a:pt x="227711" y="144018"/>
                  </a:lnTo>
                  <a:lnTo>
                    <a:pt x="180467" y="157225"/>
                  </a:lnTo>
                  <a:lnTo>
                    <a:pt x="134112" y="186054"/>
                  </a:lnTo>
                  <a:lnTo>
                    <a:pt x="0" y="278510"/>
                  </a:lnTo>
                  <a:lnTo>
                    <a:pt x="152654" y="225298"/>
                  </a:lnTo>
                  <a:lnTo>
                    <a:pt x="297180" y="181609"/>
                  </a:lnTo>
                  <a:lnTo>
                    <a:pt x="455930" y="141097"/>
                  </a:lnTo>
                  <a:lnTo>
                    <a:pt x="600710" y="109854"/>
                  </a:lnTo>
                  <a:lnTo>
                    <a:pt x="758317" y="82296"/>
                  </a:lnTo>
                  <a:lnTo>
                    <a:pt x="925322" y="59562"/>
                  </a:lnTo>
                  <a:lnTo>
                    <a:pt x="1084199" y="43687"/>
                  </a:lnTo>
                  <a:lnTo>
                    <a:pt x="1216533" y="34798"/>
                  </a:lnTo>
                  <a:lnTo>
                    <a:pt x="1271905" y="32130"/>
                  </a:lnTo>
                  <a:lnTo>
                    <a:pt x="1327531" y="30099"/>
                  </a:lnTo>
                  <a:lnTo>
                    <a:pt x="1382903" y="28575"/>
                  </a:lnTo>
                  <a:lnTo>
                    <a:pt x="1438275" y="27685"/>
                  </a:lnTo>
                  <a:lnTo>
                    <a:pt x="1493139" y="27431"/>
                  </a:lnTo>
                  <a:lnTo>
                    <a:pt x="1547749" y="27685"/>
                  </a:lnTo>
                  <a:lnTo>
                    <a:pt x="1601724" y="28448"/>
                  </a:lnTo>
                  <a:lnTo>
                    <a:pt x="1655191" y="29718"/>
                  </a:lnTo>
                  <a:lnTo>
                    <a:pt x="1707896" y="31369"/>
                  </a:lnTo>
                  <a:lnTo>
                    <a:pt x="1759712" y="33527"/>
                  </a:lnTo>
                  <a:lnTo>
                    <a:pt x="1810766" y="36068"/>
                  </a:lnTo>
                  <a:lnTo>
                    <a:pt x="1860677" y="39115"/>
                  </a:lnTo>
                  <a:lnTo>
                    <a:pt x="1909699" y="42418"/>
                  </a:lnTo>
                  <a:lnTo>
                    <a:pt x="1957451" y="46227"/>
                  </a:lnTo>
                  <a:lnTo>
                    <a:pt x="2003805" y="50292"/>
                  </a:lnTo>
                  <a:lnTo>
                    <a:pt x="2048764" y="54609"/>
                  </a:lnTo>
                  <a:lnTo>
                    <a:pt x="2179066" y="69087"/>
                  </a:lnTo>
                  <a:lnTo>
                    <a:pt x="2219705" y="74040"/>
                  </a:lnTo>
                  <a:lnTo>
                    <a:pt x="2359787" y="93472"/>
                  </a:lnTo>
                  <a:lnTo>
                    <a:pt x="2476754" y="112522"/>
                  </a:lnTo>
                  <a:lnTo>
                    <a:pt x="2515616" y="118490"/>
                  </a:lnTo>
                  <a:lnTo>
                    <a:pt x="2465451" y="108457"/>
                  </a:lnTo>
                  <a:lnTo>
                    <a:pt x="2364613" y="89661"/>
                  </a:lnTo>
                  <a:lnTo>
                    <a:pt x="2314194" y="80899"/>
                  </a:lnTo>
                  <a:lnTo>
                    <a:pt x="2263648" y="72644"/>
                  </a:lnTo>
                  <a:lnTo>
                    <a:pt x="2212975" y="64643"/>
                  </a:lnTo>
                  <a:lnTo>
                    <a:pt x="2162175" y="57150"/>
                  </a:lnTo>
                  <a:lnTo>
                    <a:pt x="2111502" y="50164"/>
                  </a:lnTo>
                  <a:lnTo>
                    <a:pt x="2060828" y="43560"/>
                  </a:lnTo>
                  <a:lnTo>
                    <a:pt x="2009902" y="37464"/>
                  </a:lnTo>
                  <a:lnTo>
                    <a:pt x="1958975" y="31876"/>
                  </a:lnTo>
                  <a:lnTo>
                    <a:pt x="1907921" y="26543"/>
                  </a:lnTo>
                  <a:lnTo>
                    <a:pt x="1856740" y="21844"/>
                  </a:lnTo>
                  <a:lnTo>
                    <a:pt x="1805686" y="17525"/>
                  </a:lnTo>
                  <a:lnTo>
                    <a:pt x="1754505" y="13588"/>
                  </a:lnTo>
                  <a:lnTo>
                    <a:pt x="1703324" y="10286"/>
                  </a:lnTo>
                  <a:lnTo>
                    <a:pt x="1652143" y="7365"/>
                  </a:lnTo>
                  <a:lnTo>
                    <a:pt x="1600962" y="4952"/>
                  </a:lnTo>
                  <a:lnTo>
                    <a:pt x="1549654" y="2921"/>
                  </a:lnTo>
                  <a:lnTo>
                    <a:pt x="1498346" y="1524"/>
                  </a:lnTo>
                  <a:lnTo>
                    <a:pt x="1447165" y="507"/>
                  </a:lnTo>
                  <a:lnTo>
                    <a:pt x="1395857" y="0"/>
                  </a:lnTo>
                  <a:close/>
                </a:path>
              </a:pathLst>
            </a:custGeom>
            <a:solidFill>
              <a:srgbClr val="E6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11852" y="848868"/>
              <a:ext cx="2052955" cy="205740"/>
            </a:xfrm>
            <a:custGeom>
              <a:avLst/>
              <a:gdLst/>
              <a:ahLst/>
              <a:cxnLst/>
              <a:rect l="l" t="t" r="r" b="b"/>
              <a:pathLst>
                <a:path w="2052954" h="205740">
                  <a:moveTo>
                    <a:pt x="1201420" y="0"/>
                  </a:moveTo>
                  <a:lnTo>
                    <a:pt x="1151127" y="126"/>
                  </a:lnTo>
                  <a:lnTo>
                    <a:pt x="1041019" y="1777"/>
                  </a:lnTo>
                  <a:lnTo>
                    <a:pt x="921893" y="6984"/>
                  </a:lnTo>
                  <a:lnTo>
                    <a:pt x="877188" y="9271"/>
                  </a:lnTo>
                  <a:lnTo>
                    <a:pt x="728090" y="20954"/>
                  </a:lnTo>
                  <a:lnTo>
                    <a:pt x="564642" y="39243"/>
                  </a:lnTo>
                  <a:lnTo>
                    <a:pt x="416687" y="61468"/>
                  </a:lnTo>
                  <a:lnTo>
                    <a:pt x="240030" y="94360"/>
                  </a:lnTo>
                  <a:lnTo>
                    <a:pt x="152526" y="114680"/>
                  </a:lnTo>
                  <a:lnTo>
                    <a:pt x="84836" y="152907"/>
                  </a:lnTo>
                  <a:lnTo>
                    <a:pt x="0" y="205613"/>
                  </a:lnTo>
                  <a:lnTo>
                    <a:pt x="82803" y="180467"/>
                  </a:lnTo>
                  <a:lnTo>
                    <a:pt x="103759" y="174625"/>
                  </a:lnTo>
                  <a:lnTo>
                    <a:pt x="238506" y="139953"/>
                  </a:lnTo>
                  <a:lnTo>
                    <a:pt x="377444" y="109727"/>
                  </a:lnTo>
                  <a:lnTo>
                    <a:pt x="415671" y="101853"/>
                  </a:lnTo>
                  <a:lnTo>
                    <a:pt x="537972" y="80518"/>
                  </a:lnTo>
                  <a:lnTo>
                    <a:pt x="580771" y="73659"/>
                  </a:lnTo>
                  <a:lnTo>
                    <a:pt x="714628" y="55245"/>
                  </a:lnTo>
                  <a:lnTo>
                    <a:pt x="889888" y="37083"/>
                  </a:lnTo>
                  <a:lnTo>
                    <a:pt x="1044956" y="26670"/>
                  </a:lnTo>
                  <a:lnTo>
                    <a:pt x="1211961" y="20700"/>
                  </a:lnTo>
                  <a:lnTo>
                    <a:pt x="1374521" y="20066"/>
                  </a:lnTo>
                  <a:lnTo>
                    <a:pt x="1549653" y="24892"/>
                  </a:lnTo>
                  <a:lnTo>
                    <a:pt x="1707642" y="33781"/>
                  </a:lnTo>
                  <a:lnTo>
                    <a:pt x="1872361" y="47751"/>
                  </a:lnTo>
                  <a:lnTo>
                    <a:pt x="2020824" y="64007"/>
                  </a:lnTo>
                  <a:lnTo>
                    <a:pt x="2052447" y="67945"/>
                  </a:lnTo>
                  <a:lnTo>
                    <a:pt x="2002917" y="60451"/>
                  </a:lnTo>
                  <a:lnTo>
                    <a:pt x="1953132" y="53467"/>
                  </a:lnTo>
                  <a:lnTo>
                    <a:pt x="1903349" y="46863"/>
                  </a:lnTo>
                  <a:lnTo>
                    <a:pt x="1853565" y="40640"/>
                  </a:lnTo>
                  <a:lnTo>
                    <a:pt x="1803653" y="34798"/>
                  </a:lnTo>
                  <a:lnTo>
                    <a:pt x="1753616" y="29464"/>
                  </a:lnTo>
                  <a:lnTo>
                    <a:pt x="1703577" y="24510"/>
                  </a:lnTo>
                  <a:lnTo>
                    <a:pt x="1653540" y="19939"/>
                  </a:lnTo>
                  <a:lnTo>
                    <a:pt x="1603502" y="15875"/>
                  </a:lnTo>
                  <a:lnTo>
                    <a:pt x="1553337" y="12319"/>
                  </a:lnTo>
                  <a:lnTo>
                    <a:pt x="1503172" y="9144"/>
                  </a:lnTo>
                  <a:lnTo>
                    <a:pt x="1453007" y="6476"/>
                  </a:lnTo>
                  <a:lnTo>
                    <a:pt x="1402714" y="4191"/>
                  </a:lnTo>
                  <a:lnTo>
                    <a:pt x="1352423" y="2413"/>
                  </a:lnTo>
                  <a:lnTo>
                    <a:pt x="1302258" y="1143"/>
                  </a:lnTo>
                  <a:lnTo>
                    <a:pt x="1251712" y="253"/>
                  </a:lnTo>
                  <a:lnTo>
                    <a:pt x="1201420" y="0"/>
                  </a:lnTo>
                  <a:close/>
                </a:path>
              </a:pathLst>
            </a:custGeom>
            <a:solidFill>
              <a:srgbClr val="0792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157216" y="903732"/>
              <a:ext cx="1667510" cy="155575"/>
            </a:xfrm>
            <a:custGeom>
              <a:avLst/>
              <a:gdLst/>
              <a:ahLst/>
              <a:cxnLst/>
              <a:rect l="l" t="t" r="r" b="b"/>
              <a:pathLst>
                <a:path w="1667509" h="155575">
                  <a:moveTo>
                    <a:pt x="1051052" y="0"/>
                  </a:moveTo>
                  <a:lnTo>
                    <a:pt x="999617" y="126"/>
                  </a:lnTo>
                  <a:lnTo>
                    <a:pt x="948055" y="634"/>
                  </a:lnTo>
                  <a:lnTo>
                    <a:pt x="896493" y="1650"/>
                  </a:lnTo>
                  <a:lnTo>
                    <a:pt x="844931" y="3555"/>
                  </a:lnTo>
                  <a:lnTo>
                    <a:pt x="793242" y="5841"/>
                  </a:lnTo>
                  <a:lnTo>
                    <a:pt x="741807" y="8762"/>
                  </a:lnTo>
                  <a:lnTo>
                    <a:pt x="690245" y="12064"/>
                  </a:lnTo>
                  <a:lnTo>
                    <a:pt x="638810" y="16001"/>
                  </a:lnTo>
                  <a:lnTo>
                    <a:pt x="587248" y="20574"/>
                  </a:lnTo>
                  <a:lnTo>
                    <a:pt x="535939" y="25653"/>
                  </a:lnTo>
                  <a:lnTo>
                    <a:pt x="484505" y="31241"/>
                  </a:lnTo>
                  <a:lnTo>
                    <a:pt x="433197" y="37464"/>
                  </a:lnTo>
                  <a:lnTo>
                    <a:pt x="382143" y="44195"/>
                  </a:lnTo>
                  <a:lnTo>
                    <a:pt x="330962" y="51561"/>
                  </a:lnTo>
                  <a:lnTo>
                    <a:pt x="279908" y="59562"/>
                  </a:lnTo>
                  <a:lnTo>
                    <a:pt x="228726" y="68071"/>
                  </a:lnTo>
                  <a:lnTo>
                    <a:pt x="177673" y="76961"/>
                  </a:lnTo>
                  <a:lnTo>
                    <a:pt x="126746" y="86613"/>
                  </a:lnTo>
                  <a:lnTo>
                    <a:pt x="78612" y="111251"/>
                  </a:lnTo>
                  <a:lnTo>
                    <a:pt x="0" y="155193"/>
                  </a:lnTo>
                  <a:lnTo>
                    <a:pt x="85344" y="133095"/>
                  </a:lnTo>
                  <a:lnTo>
                    <a:pt x="249936" y="98043"/>
                  </a:lnTo>
                  <a:lnTo>
                    <a:pt x="406019" y="70992"/>
                  </a:lnTo>
                  <a:lnTo>
                    <a:pt x="574039" y="47878"/>
                  </a:lnTo>
                  <a:lnTo>
                    <a:pt x="735076" y="31750"/>
                  </a:lnTo>
                  <a:lnTo>
                    <a:pt x="869061" y="22859"/>
                  </a:lnTo>
                  <a:lnTo>
                    <a:pt x="925322" y="20065"/>
                  </a:lnTo>
                  <a:lnTo>
                    <a:pt x="981329" y="17652"/>
                  </a:lnTo>
                  <a:lnTo>
                    <a:pt x="1036574" y="16001"/>
                  </a:lnTo>
                  <a:lnTo>
                    <a:pt x="1091184" y="14985"/>
                  </a:lnTo>
                  <a:lnTo>
                    <a:pt x="1144524" y="14477"/>
                  </a:lnTo>
                  <a:lnTo>
                    <a:pt x="1196721" y="14350"/>
                  </a:lnTo>
                  <a:lnTo>
                    <a:pt x="1247394" y="14858"/>
                  </a:lnTo>
                  <a:lnTo>
                    <a:pt x="1295908" y="15620"/>
                  </a:lnTo>
                  <a:lnTo>
                    <a:pt x="1342898" y="16763"/>
                  </a:lnTo>
                  <a:lnTo>
                    <a:pt x="1387475" y="18287"/>
                  </a:lnTo>
                  <a:lnTo>
                    <a:pt x="1564132" y="28066"/>
                  </a:lnTo>
                  <a:lnTo>
                    <a:pt x="1667129" y="36194"/>
                  </a:lnTo>
                  <a:lnTo>
                    <a:pt x="1616075" y="30733"/>
                  </a:lnTo>
                  <a:lnTo>
                    <a:pt x="1564893" y="25653"/>
                  </a:lnTo>
                  <a:lnTo>
                    <a:pt x="1513713" y="21081"/>
                  </a:lnTo>
                  <a:lnTo>
                    <a:pt x="1462405" y="16763"/>
                  </a:lnTo>
                  <a:lnTo>
                    <a:pt x="1411097" y="12953"/>
                  </a:lnTo>
                  <a:lnTo>
                    <a:pt x="1359662" y="9778"/>
                  </a:lnTo>
                  <a:lnTo>
                    <a:pt x="1308227" y="6984"/>
                  </a:lnTo>
                  <a:lnTo>
                    <a:pt x="1256792" y="4571"/>
                  </a:lnTo>
                  <a:lnTo>
                    <a:pt x="1205611" y="2666"/>
                  </a:lnTo>
                  <a:lnTo>
                    <a:pt x="1154176" y="1269"/>
                  </a:lnTo>
                  <a:lnTo>
                    <a:pt x="1102614" y="380"/>
                  </a:lnTo>
                  <a:lnTo>
                    <a:pt x="10510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42047" y="377952"/>
            <a:ext cx="85342" cy="8382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632703" y="1161288"/>
            <a:ext cx="718185" cy="74930"/>
            <a:chOff x="5632703" y="1161288"/>
            <a:chExt cx="718185" cy="7493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2703" y="1161288"/>
              <a:ext cx="228600" cy="746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02451" y="1161288"/>
              <a:ext cx="448055" cy="7467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98119" y="1117473"/>
            <a:ext cx="2570531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270" dirty="0">
                <a:solidFill>
                  <a:srgbClr val="1F1F1F"/>
                </a:solidFill>
                <a:latin typeface="Arial"/>
                <a:cs typeface="Arial"/>
              </a:rPr>
              <a:t>تا</a:t>
            </a:r>
            <a:r>
              <a:rPr sz="2000" b="1" spc="-254" dirty="0">
                <a:solidFill>
                  <a:srgbClr val="1F1F1F"/>
                </a:solidFill>
                <a:latin typeface="Arial"/>
                <a:cs typeface="Arial"/>
              </a:rPr>
              <a:t>ر</a:t>
            </a:r>
            <a:r>
              <a:rPr sz="2000" b="1" spc="-5" dirty="0">
                <a:solidFill>
                  <a:srgbClr val="1F1F1F"/>
                </a:solidFill>
                <a:latin typeface="Arial"/>
                <a:cs typeface="Arial"/>
              </a:rPr>
              <a:t>ﺎﯾ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ﺳ</a:t>
            </a:r>
            <a:r>
              <a:rPr sz="2000" b="1" spc="-15" dirty="0">
                <a:solidFill>
                  <a:srgbClr val="1F1F1F"/>
                </a:solidFill>
                <a:latin typeface="Arial"/>
                <a:cs typeface="Arial"/>
              </a:rPr>
              <a:t>ﻟ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ا</a:t>
            </a:r>
            <a:r>
              <a:rPr sz="2000" b="1" spc="-10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000" b="1" spc="5" dirty="0">
                <a:solidFill>
                  <a:srgbClr val="1F1F1F"/>
                </a:solidFill>
                <a:latin typeface="Arial"/>
                <a:cs typeface="Arial"/>
              </a:rPr>
              <a:t>ر</a:t>
            </a:r>
            <a:r>
              <a:rPr sz="2000" b="1" spc="-5" dirty="0">
                <a:solidFill>
                  <a:srgbClr val="1F1F1F"/>
                </a:solidFill>
                <a:latin typeface="Arial"/>
                <a:cs typeface="Arial"/>
              </a:rPr>
              <a:t>ﯾﺟﺄﺗ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ﻟ</a:t>
            </a:r>
            <a:r>
              <a:rPr sz="2000" b="1" spc="-10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000" b="1" spc="-300" dirty="0">
                <a:solidFill>
                  <a:srgbClr val="1F1F1F"/>
                </a:solidFill>
                <a:latin typeface="Arial"/>
                <a:cs typeface="Arial"/>
              </a:rPr>
              <a:t>ي</a:t>
            </a:r>
            <a:r>
              <a:rPr sz="2000" b="1" spc="-295" dirty="0">
                <a:solidFill>
                  <a:srgbClr val="1F1F1F"/>
                </a:solidFill>
                <a:latin typeface="Arial"/>
                <a:cs typeface="Arial"/>
              </a:rPr>
              <a:t>ر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ﺷ</a:t>
            </a:r>
            <a:r>
              <a:rPr sz="2000" b="1" spc="-5" dirty="0">
                <a:solidFill>
                  <a:srgbClr val="1F1F1F"/>
                </a:solidFill>
                <a:latin typeface="Arial"/>
                <a:cs typeface="Arial"/>
              </a:rPr>
              <a:t>ﻛ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ﻟ  </a:t>
            </a:r>
            <a:r>
              <a:rPr sz="2000" b="1" spc="-5" dirty="0">
                <a:solidFill>
                  <a:srgbClr val="1F1F1F"/>
                </a:solidFill>
                <a:latin typeface="Arial"/>
                <a:cs typeface="Arial"/>
              </a:rPr>
              <a:t>لﯾﺳرﺎﻣ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8119" y="791336"/>
            <a:ext cx="1998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LI</a:t>
            </a:r>
            <a:r>
              <a:rPr sz="1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1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12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NC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1200" spc="-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NUM</a:t>
            </a:r>
            <a:r>
              <a:rPr sz="1200" spc="-60" dirty="0">
                <a:solidFill>
                  <a:srgbClr val="FFFFFF"/>
                </a:solidFill>
                <a:latin typeface="Microsoft Sans Serif"/>
                <a:cs typeface="Microsoft Sans Serif"/>
              </a:rPr>
              <a:t>B</a:t>
            </a:r>
            <a:r>
              <a:rPr sz="1200" spc="-55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r>
              <a:rPr sz="12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200" spc="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10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24</a:t>
            </a:r>
            <a:r>
              <a:rPr sz="12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11</a:t>
            </a:r>
            <a:r>
              <a:rPr sz="1200" dirty="0">
                <a:solidFill>
                  <a:srgbClr val="FFFFFF"/>
                </a:solidFill>
                <a:latin typeface="Microsoft Sans Serif"/>
                <a:cs typeface="Microsoft Sans Serif"/>
              </a:rPr>
              <a:t>0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12439" y="687781"/>
            <a:ext cx="9893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#2</a:t>
            </a:r>
            <a:r>
              <a:rPr lang="ru-RU" sz="20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r>
              <a:rPr sz="20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-</a:t>
            </a:r>
            <a:r>
              <a:rPr lang="ru-RU" sz="2000" spc="30" dirty="0">
                <a:solidFill>
                  <a:srgbClr val="FFFFFF"/>
                </a:solidFill>
                <a:latin typeface="Microsoft Sans Serif"/>
                <a:cs typeface="Microsoft Sans Serif"/>
              </a:rPr>
              <a:t>398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66105" y="1668526"/>
            <a:ext cx="1685289" cy="1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b="1" spc="-20" dirty="0">
                <a:solidFill>
                  <a:srgbClr val="3A3A3A"/>
                </a:solidFill>
                <a:latin typeface="Segoe UI"/>
                <a:cs typeface="Segoe UI"/>
              </a:rPr>
              <a:t>I</a:t>
            </a:r>
            <a:r>
              <a:rPr sz="850" b="1" dirty="0">
                <a:solidFill>
                  <a:srgbClr val="3A3A3A"/>
                </a:solidFill>
                <a:latin typeface="Segoe UI"/>
                <a:cs typeface="Segoe UI"/>
              </a:rPr>
              <a:t>n</a:t>
            </a:r>
            <a:r>
              <a:rPr sz="850" b="1" spc="-20" dirty="0">
                <a:solidFill>
                  <a:srgbClr val="3A3A3A"/>
                </a:solidFill>
                <a:latin typeface="Segoe UI"/>
                <a:cs typeface="Segoe UI"/>
              </a:rPr>
              <a:t>v</a:t>
            </a:r>
            <a:r>
              <a:rPr sz="850" b="1" spc="-5" dirty="0">
                <a:solidFill>
                  <a:srgbClr val="3A3A3A"/>
                </a:solidFill>
                <a:latin typeface="Segoe UI"/>
                <a:cs typeface="Segoe UI"/>
              </a:rPr>
              <a:t>oic</a:t>
            </a:r>
            <a:r>
              <a:rPr sz="850" b="1" dirty="0">
                <a:solidFill>
                  <a:srgbClr val="3A3A3A"/>
                </a:solidFill>
                <a:latin typeface="Segoe UI"/>
                <a:cs typeface="Segoe UI"/>
              </a:rPr>
              <a:t>e</a:t>
            </a:r>
            <a:r>
              <a:rPr sz="850" b="1" spc="45" dirty="0">
                <a:solidFill>
                  <a:srgbClr val="3A3A3A"/>
                </a:solidFill>
                <a:latin typeface="Segoe UI"/>
                <a:cs typeface="Segoe UI"/>
              </a:rPr>
              <a:t> </a:t>
            </a:r>
            <a:r>
              <a:rPr sz="850" b="1" spc="-5" dirty="0">
                <a:solidFill>
                  <a:srgbClr val="3A3A3A"/>
                </a:solidFill>
                <a:latin typeface="Segoe UI"/>
                <a:cs typeface="Segoe UI"/>
              </a:rPr>
              <a:t>Date</a:t>
            </a:r>
            <a:r>
              <a:rPr sz="850" b="1" dirty="0">
                <a:solidFill>
                  <a:srgbClr val="3A3A3A"/>
                </a:solidFill>
                <a:latin typeface="Segoe UI"/>
                <a:cs typeface="Segoe UI"/>
              </a:rPr>
              <a:t>:</a:t>
            </a:r>
            <a:r>
              <a:rPr sz="850" b="1" spc="-50" dirty="0">
                <a:solidFill>
                  <a:srgbClr val="3A3A3A"/>
                </a:solidFill>
                <a:latin typeface="Segoe UI"/>
                <a:cs typeface="Segoe UI"/>
              </a:rPr>
              <a:t> </a:t>
            </a:r>
            <a:r>
              <a:rPr lang="en-US" sz="850" b="1" spc="-5" dirty="0">
                <a:solidFill>
                  <a:srgbClr val="3A3A3A"/>
                </a:solidFill>
                <a:latin typeface="Segoe UI"/>
                <a:cs typeface="Segoe UI"/>
              </a:rPr>
              <a:t>Jan</a:t>
            </a:r>
            <a:r>
              <a:rPr sz="850" b="1" spc="-10" dirty="0">
                <a:solidFill>
                  <a:srgbClr val="3A3A3A"/>
                </a:solidFill>
                <a:latin typeface="Segoe UI"/>
                <a:cs typeface="Segoe UI"/>
              </a:rPr>
              <a:t> </a:t>
            </a:r>
            <a:r>
              <a:rPr lang="en-US" sz="850" b="1" spc="-10" dirty="0">
                <a:solidFill>
                  <a:srgbClr val="3A3A3A"/>
                </a:solidFill>
                <a:latin typeface="Segoe UI"/>
                <a:cs typeface="Segoe UI"/>
              </a:rPr>
              <a:t>22</a:t>
            </a:r>
            <a:r>
              <a:rPr sz="850" b="1">
                <a:solidFill>
                  <a:srgbClr val="3A3A3A"/>
                </a:solidFill>
                <a:latin typeface="Segoe UI"/>
                <a:cs typeface="Segoe UI"/>
              </a:rPr>
              <a:t>,</a:t>
            </a:r>
            <a:r>
              <a:rPr sz="850" b="1" spc="-70">
                <a:solidFill>
                  <a:srgbClr val="3A3A3A"/>
                </a:solidFill>
                <a:latin typeface="Segoe UI"/>
                <a:cs typeface="Segoe UI"/>
              </a:rPr>
              <a:t> </a:t>
            </a:r>
            <a:r>
              <a:rPr sz="850" b="1" spc="10">
                <a:solidFill>
                  <a:srgbClr val="3A3A3A"/>
                </a:solidFill>
                <a:latin typeface="Segoe UI"/>
                <a:cs typeface="Segoe UI"/>
              </a:rPr>
              <a:t>202</a:t>
            </a:r>
            <a:r>
              <a:rPr lang="en-US" sz="850" b="1" spc="10" dirty="0">
                <a:solidFill>
                  <a:srgbClr val="3A3A3A"/>
                </a:solidFill>
                <a:latin typeface="Segoe UI"/>
                <a:cs typeface="Segoe UI"/>
              </a:rPr>
              <a:t>6</a:t>
            </a:r>
            <a:endParaRPr sz="850" dirty="0">
              <a:latin typeface="Segoe UI"/>
              <a:cs typeface="Segoe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9539" y="2263140"/>
            <a:ext cx="7301230" cy="2044064"/>
            <a:chOff x="129539" y="2263140"/>
            <a:chExt cx="7301230" cy="2044064"/>
          </a:xfrm>
        </p:grpSpPr>
        <p:sp>
          <p:nvSpPr>
            <p:cNvPr id="17" name="object 17"/>
            <p:cNvSpPr/>
            <p:nvPr/>
          </p:nvSpPr>
          <p:spPr>
            <a:xfrm>
              <a:off x="129539" y="2263140"/>
              <a:ext cx="7301230" cy="1569720"/>
            </a:xfrm>
            <a:custGeom>
              <a:avLst/>
              <a:gdLst/>
              <a:ahLst/>
              <a:cxnLst/>
              <a:rect l="l" t="t" r="r" b="b"/>
              <a:pathLst>
                <a:path w="7301230" h="1569720">
                  <a:moveTo>
                    <a:pt x="7301103" y="0"/>
                  </a:moveTo>
                  <a:lnTo>
                    <a:pt x="0" y="0"/>
                  </a:lnTo>
                  <a:lnTo>
                    <a:pt x="0" y="1569338"/>
                  </a:lnTo>
                  <a:lnTo>
                    <a:pt x="7301103" y="1569338"/>
                  </a:lnTo>
                  <a:lnTo>
                    <a:pt x="7301103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9539" y="3844988"/>
              <a:ext cx="7301230" cy="462280"/>
            </a:xfrm>
            <a:custGeom>
              <a:avLst/>
              <a:gdLst/>
              <a:ahLst/>
              <a:cxnLst/>
              <a:rect l="l" t="t" r="r" b="b"/>
              <a:pathLst>
                <a:path w="7301230" h="462279">
                  <a:moveTo>
                    <a:pt x="7301103" y="0"/>
                  </a:moveTo>
                  <a:lnTo>
                    <a:pt x="0" y="0"/>
                  </a:lnTo>
                  <a:lnTo>
                    <a:pt x="0" y="461708"/>
                  </a:lnTo>
                  <a:lnTo>
                    <a:pt x="7301103" y="461708"/>
                  </a:lnTo>
                  <a:lnTo>
                    <a:pt x="7301103" y="0"/>
                  </a:lnTo>
                  <a:close/>
                </a:path>
              </a:pathLst>
            </a:custGeom>
            <a:solidFill>
              <a:srgbClr val="B60C0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79856" y="2316861"/>
            <a:ext cx="18497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B</a:t>
            </a: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il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l</a:t>
            </a:r>
            <a:r>
              <a:rPr sz="800" b="1" spc="-105" dirty="0">
                <a:solidFill>
                  <a:srgbClr val="3B3B3B"/>
                </a:solidFill>
                <a:latin typeface="Segoe UI"/>
                <a:cs typeface="Segoe UI"/>
              </a:rPr>
              <a:t> </a:t>
            </a: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T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o:</a:t>
            </a:r>
            <a:r>
              <a:rPr lang="en-US" sz="800" b="1" dirty="0">
                <a:solidFill>
                  <a:srgbClr val="3B3B3B"/>
                </a:solidFill>
                <a:latin typeface="Segoe UI"/>
                <a:cs typeface="Segoe UI"/>
              </a:rPr>
              <a:t> MIRZAYEVA NILUFAR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79856" y="2830830"/>
            <a:ext cx="2307794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800" dirty="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94246" y="2287174"/>
            <a:ext cx="938530" cy="47815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+</a:t>
            </a:r>
            <a:r>
              <a:rPr sz="800" b="1" spc="-25" dirty="0">
                <a:solidFill>
                  <a:srgbClr val="3B3B3B"/>
                </a:solidFill>
                <a:latin typeface="Segoe UI"/>
                <a:cs typeface="Segoe UI"/>
              </a:rPr>
              <a:t> 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971</a:t>
            </a:r>
            <a:r>
              <a:rPr sz="800" b="1" spc="-50" dirty="0">
                <a:solidFill>
                  <a:srgbClr val="3B3B3B"/>
                </a:solidFill>
                <a:latin typeface="Segoe UI"/>
                <a:cs typeface="Segoe UI"/>
              </a:rPr>
              <a:t> 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58</a:t>
            </a:r>
            <a:r>
              <a:rPr sz="800" b="1" spc="-25" dirty="0">
                <a:solidFill>
                  <a:srgbClr val="3B3B3B"/>
                </a:solidFill>
                <a:latin typeface="Segoe UI"/>
                <a:cs typeface="Segoe UI"/>
              </a:rPr>
              <a:t> 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511</a:t>
            </a:r>
            <a:r>
              <a:rPr sz="800" b="1" spc="-40" dirty="0">
                <a:solidFill>
                  <a:srgbClr val="3B3B3B"/>
                </a:solidFill>
                <a:latin typeface="Segoe UI"/>
                <a:cs typeface="Segoe UI"/>
              </a:rPr>
              <a:t> 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0777</a:t>
            </a:r>
            <a:endParaRPr sz="800">
              <a:latin typeface="Segoe UI"/>
              <a:cs typeface="Segoe UI"/>
            </a:endParaRPr>
          </a:p>
          <a:p>
            <a:pPr marL="12700" marR="5080">
              <a:lnSpc>
                <a:spcPts val="1200"/>
              </a:lnSpc>
              <a:spcBef>
                <a:spcPts val="60"/>
              </a:spcBef>
            </a:pPr>
            <a:r>
              <a:rPr sz="800" b="1" spc="-15" dirty="0">
                <a:latin typeface="Segoe UI"/>
                <a:cs typeface="Segoe UI"/>
              </a:rPr>
              <a:t>www.marsel- </a:t>
            </a:r>
            <a:r>
              <a:rPr sz="800" b="1" spc="-10" dirty="0">
                <a:latin typeface="Segoe UI"/>
                <a:cs typeface="Segoe UI"/>
              </a:rPr>
              <a:t> </a:t>
            </a:r>
            <a:r>
              <a:rPr sz="800" b="1" spc="-25" dirty="0">
                <a:latin typeface="Segoe UI"/>
                <a:cs typeface="Segoe UI"/>
              </a:rPr>
              <a:t>luxurycarrental.com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9856" y="3096514"/>
            <a:ext cx="1926794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Co</a:t>
            </a:r>
            <a:r>
              <a:rPr sz="800" b="1" spc="5" dirty="0">
                <a:solidFill>
                  <a:srgbClr val="3B3B3B"/>
                </a:solidFill>
                <a:latin typeface="Segoe UI"/>
                <a:cs typeface="Segoe UI"/>
              </a:rPr>
              <a:t>n</a:t>
            </a: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t</a:t>
            </a:r>
            <a:r>
              <a:rPr sz="800" b="1" spc="-15" dirty="0">
                <a:solidFill>
                  <a:srgbClr val="3B3B3B"/>
                </a:solidFill>
                <a:latin typeface="Segoe UI"/>
                <a:cs typeface="Segoe UI"/>
              </a:rPr>
              <a:t>a</a:t>
            </a: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c</a:t>
            </a:r>
            <a:r>
              <a:rPr sz="800" b="1" spc="95" dirty="0">
                <a:solidFill>
                  <a:srgbClr val="3B3B3B"/>
                </a:solidFill>
                <a:latin typeface="Segoe UI"/>
                <a:cs typeface="Segoe UI"/>
              </a:rPr>
              <a:t>t</a:t>
            </a:r>
            <a:r>
              <a:rPr sz="800" b="1" spc="5" dirty="0">
                <a:solidFill>
                  <a:srgbClr val="3B3B3B"/>
                </a:solidFill>
                <a:latin typeface="Segoe UI"/>
                <a:cs typeface="Segoe UI"/>
              </a:rPr>
              <a:t>nu</a:t>
            </a: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m</a:t>
            </a:r>
            <a:r>
              <a:rPr sz="800" b="1" spc="5" dirty="0">
                <a:solidFill>
                  <a:srgbClr val="3B3B3B"/>
                </a:solidFill>
                <a:latin typeface="Segoe UI"/>
                <a:cs typeface="Segoe UI"/>
              </a:rPr>
              <a:t>b</a:t>
            </a: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e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r:</a:t>
            </a:r>
            <a:r>
              <a:rPr sz="800" b="1" spc="-55" dirty="0">
                <a:solidFill>
                  <a:srgbClr val="3B3B3B"/>
                </a:solidFill>
                <a:latin typeface="Segoe UI"/>
                <a:cs typeface="Segoe UI"/>
              </a:rPr>
              <a:t> </a:t>
            </a:r>
            <a:r>
              <a:rPr lang="en-AE" sz="800" b="1" spc="-55" dirty="0">
                <a:solidFill>
                  <a:srgbClr val="3B3B3B"/>
                </a:solidFill>
                <a:latin typeface="Segoe UI"/>
                <a:cs typeface="Segoe UI"/>
              </a:rPr>
              <a:t> +7 701 863 0653 </a:t>
            </a:r>
            <a:endParaRPr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30829" y="3101467"/>
            <a:ext cx="416559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25" dirty="0">
                <a:solidFill>
                  <a:srgbClr val="3B3B3B"/>
                </a:solidFill>
                <a:latin typeface="Segoe UI"/>
                <a:cs typeface="Segoe UI"/>
              </a:rPr>
              <a:t>Address:</a:t>
            </a:r>
            <a:endParaRPr sz="800" dirty="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844032" y="3099562"/>
            <a:ext cx="3136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E</a:t>
            </a: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mail: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93611" y="2935071"/>
            <a:ext cx="9359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Info@marsel- 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 </a:t>
            </a:r>
            <a:r>
              <a:rPr sz="800" b="1" spc="-25" dirty="0">
                <a:solidFill>
                  <a:srgbClr val="3B3B3B"/>
                </a:solidFill>
                <a:latin typeface="Segoe UI"/>
                <a:cs typeface="Segoe UI"/>
              </a:rPr>
              <a:t>l</a:t>
            </a:r>
            <a:r>
              <a:rPr sz="800" b="1" spc="-20" dirty="0">
                <a:solidFill>
                  <a:srgbClr val="3B3B3B"/>
                </a:solidFill>
                <a:latin typeface="Segoe UI"/>
                <a:cs typeface="Segoe UI"/>
              </a:rPr>
              <a:t>u</a:t>
            </a:r>
            <a:r>
              <a:rPr sz="800" b="1" spc="-25" dirty="0">
                <a:solidFill>
                  <a:srgbClr val="3B3B3B"/>
                </a:solidFill>
                <a:latin typeface="Segoe UI"/>
                <a:cs typeface="Segoe UI"/>
              </a:rPr>
              <a:t>x</a:t>
            </a:r>
            <a:r>
              <a:rPr sz="800" b="1" spc="-20" dirty="0">
                <a:solidFill>
                  <a:srgbClr val="3B3B3B"/>
                </a:solidFill>
                <a:latin typeface="Segoe UI"/>
                <a:cs typeface="Segoe UI"/>
              </a:rPr>
              <a:t>u</a:t>
            </a:r>
            <a:r>
              <a:rPr sz="800" b="1" spc="-25" dirty="0">
                <a:solidFill>
                  <a:srgbClr val="3B3B3B"/>
                </a:solidFill>
                <a:latin typeface="Segoe UI"/>
                <a:cs typeface="Segoe UI"/>
              </a:rPr>
              <a:t>ry</a:t>
            </a:r>
            <a:r>
              <a:rPr sz="800" b="1" spc="-30" dirty="0">
                <a:solidFill>
                  <a:srgbClr val="3B3B3B"/>
                </a:solidFill>
                <a:latin typeface="Segoe UI"/>
                <a:cs typeface="Segoe UI"/>
              </a:rPr>
              <a:t>c</a:t>
            </a:r>
            <a:r>
              <a:rPr sz="800" b="1" spc="-25" dirty="0">
                <a:solidFill>
                  <a:srgbClr val="3B3B3B"/>
                </a:solidFill>
                <a:latin typeface="Segoe UI"/>
                <a:cs typeface="Segoe UI"/>
              </a:rPr>
              <a:t>arr</a:t>
            </a:r>
            <a:r>
              <a:rPr sz="800" b="1" spc="-30" dirty="0">
                <a:solidFill>
                  <a:srgbClr val="3B3B3B"/>
                </a:solidFill>
                <a:latin typeface="Segoe UI"/>
                <a:cs typeface="Segoe UI"/>
              </a:rPr>
              <a:t>e</a:t>
            </a:r>
            <a:r>
              <a:rPr sz="800" b="1" spc="-20" dirty="0">
                <a:solidFill>
                  <a:srgbClr val="3B3B3B"/>
                </a:solidFill>
                <a:latin typeface="Segoe UI"/>
                <a:cs typeface="Segoe UI"/>
              </a:rPr>
              <a:t>n</a:t>
            </a:r>
            <a:r>
              <a:rPr sz="800" b="1" spc="-30" dirty="0">
                <a:solidFill>
                  <a:srgbClr val="3B3B3B"/>
                </a:solidFill>
                <a:latin typeface="Segoe UI"/>
                <a:cs typeface="Segoe UI"/>
              </a:rPr>
              <a:t>t</a:t>
            </a:r>
            <a:r>
              <a:rPr sz="800" b="1" spc="-25" dirty="0">
                <a:solidFill>
                  <a:srgbClr val="3B3B3B"/>
                </a:solidFill>
                <a:latin typeface="Segoe UI"/>
                <a:cs typeface="Segoe UI"/>
              </a:rPr>
              <a:t>al</a:t>
            </a:r>
            <a:r>
              <a:rPr sz="800" b="1" spc="-30" dirty="0">
                <a:solidFill>
                  <a:srgbClr val="3B3B3B"/>
                </a:solidFill>
                <a:latin typeface="Segoe UI"/>
                <a:cs typeface="Segoe UI"/>
              </a:rPr>
              <a:t>.c</a:t>
            </a:r>
            <a:r>
              <a:rPr sz="800" b="1" spc="-25" dirty="0">
                <a:solidFill>
                  <a:srgbClr val="3B3B3B"/>
                </a:solidFill>
                <a:latin typeface="Segoe UI"/>
                <a:cs typeface="Segoe UI"/>
              </a:rPr>
              <a:t>o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m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63262" y="3817086"/>
            <a:ext cx="2315241" cy="30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marR="5080" indent="-1905">
              <a:lnSpc>
                <a:spcPct val="125000"/>
              </a:lnSpc>
              <a:spcBef>
                <a:spcPts val="100"/>
              </a:spcBef>
              <a:tabLst>
                <a:tab pos="708025" algn="l"/>
                <a:tab pos="825500" algn="l"/>
                <a:tab pos="1546860" algn="l"/>
                <a:tab pos="1654810" algn="l"/>
              </a:tabLst>
            </a:pPr>
            <a:r>
              <a:rPr sz="800" b="1" spc="-5" dirty="0">
                <a:solidFill>
                  <a:srgbClr val="FFFFFF"/>
                </a:solidFill>
                <a:latin typeface="Segoe UI"/>
                <a:cs typeface="Segoe UI"/>
              </a:rPr>
              <a:t>P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r</a:t>
            </a:r>
            <a:r>
              <a:rPr sz="800" b="1" spc="-5" dirty="0">
                <a:solidFill>
                  <a:srgbClr val="FFFFFF"/>
                </a:solidFill>
                <a:latin typeface="Segoe UI"/>
                <a:cs typeface="Segoe UI"/>
              </a:rPr>
              <a:t>ic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e</a:t>
            </a:r>
            <a:r>
              <a:rPr sz="800" b="1" spc="-1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(</a:t>
            </a:r>
            <a:r>
              <a:rPr sz="800" b="1" spc="-20" dirty="0">
                <a:solidFill>
                  <a:srgbClr val="FFFFFF"/>
                </a:solidFill>
                <a:latin typeface="Segoe UI"/>
                <a:cs typeface="Segoe UI"/>
              </a:rPr>
              <a:t>E</a:t>
            </a:r>
            <a:r>
              <a:rPr sz="800" b="1" spc="-5" dirty="0">
                <a:solidFill>
                  <a:srgbClr val="FFFFFF"/>
                </a:solidFill>
                <a:latin typeface="Segoe UI"/>
                <a:cs typeface="Segoe UI"/>
              </a:rPr>
              <a:t>xcl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.	</a:t>
            </a:r>
            <a:r>
              <a:rPr sz="800" b="1" spc="-5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800" b="1" spc="-40" dirty="0">
                <a:solidFill>
                  <a:srgbClr val="FFFFFF"/>
                </a:solidFill>
                <a:latin typeface="Segoe UI"/>
                <a:cs typeface="Segoe UI"/>
              </a:rPr>
              <a:t>m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o</a:t>
            </a:r>
            <a:r>
              <a:rPr sz="800" b="1" spc="5" dirty="0">
                <a:solidFill>
                  <a:srgbClr val="FFFFFF"/>
                </a:solidFill>
                <a:latin typeface="Segoe UI"/>
                <a:cs typeface="Segoe UI"/>
              </a:rPr>
              <a:t>un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t</a:t>
            </a:r>
            <a:r>
              <a:rPr sz="800" b="1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(E</a:t>
            </a:r>
            <a:r>
              <a:rPr sz="800" b="1" spc="-5" dirty="0">
                <a:solidFill>
                  <a:srgbClr val="FFFFFF"/>
                </a:solidFill>
                <a:latin typeface="Segoe UI"/>
                <a:cs typeface="Segoe UI"/>
              </a:rPr>
              <a:t>xcl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.		</a:t>
            </a:r>
            <a:r>
              <a:rPr sz="800" b="1" spc="-25" dirty="0">
                <a:solidFill>
                  <a:srgbClr val="FFFFFF"/>
                </a:solidFill>
                <a:latin typeface="Segoe UI"/>
                <a:cs typeface="Segoe UI"/>
              </a:rPr>
              <a:t>V</a:t>
            </a:r>
            <a:r>
              <a:rPr sz="800" b="1" spc="-40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T</a:t>
            </a:r>
            <a:r>
              <a:rPr sz="800" b="1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b="1" spc="5" dirty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  <a:r>
              <a:rPr sz="800" b="1" spc="-5" dirty="0">
                <a:solidFill>
                  <a:srgbClr val="FFFFFF"/>
                </a:solidFill>
                <a:latin typeface="Segoe UI"/>
                <a:cs typeface="Segoe UI"/>
              </a:rPr>
              <a:t>%,  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V</a:t>
            </a:r>
            <a:r>
              <a:rPr sz="800" b="1" spc="-65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800" b="1" spc="-5" dirty="0">
                <a:solidFill>
                  <a:srgbClr val="FFFFFF"/>
                </a:solidFill>
                <a:latin typeface="Segoe UI"/>
                <a:cs typeface="Segoe UI"/>
              </a:rPr>
              <a:t>T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)</a:t>
            </a:r>
            <a:r>
              <a:rPr sz="800" b="1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lang="en-US" sz="800" b="1" spc="-5" dirty="0">
                <a:solidFill>
                  <a:srgbClr val="FFFFFF"/>
                </a:solidFill>
                <a:latin typeface="Segoe UI"/>
                <a:cs typeface="Segoe UI"/>
              </a:rPr>
              <a:t>AED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		</a:t>
            </a:r>
            <a:r>
              <a:rPr sz="800" b="1" spc="5" dirty="0">
                <a:solidFill>
                  <a:srgbClr val="FFFFFF"/>
                </a:solidFill>
                <a:latin typeface="Segoe UI"/>
                <a:cs typeface="Segoe UI"/>
              </a:rPr>
              <a:t>V</a:t>
            </a:r>
            <a:r>
              <a:rPr sz="800" b="1" spc="-65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800" b="1" spc="-5" dirty="0">
                <a:solidFill>
                  <a:srgbClr val="FFFFFF"/>
                </a:solidFill>
                <a:latin typeface="Segoe UI"/>
                <a:cs typeface="Segoe UI"/>
              </a:rPr>
              <a:t>T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)</a:t>
            </a:r>
            <a:r>
              <a:rPr sz="800" b="1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lang="en-US" sz="800" b="1" spc="-5" dirty="0">
                <a:solidFill>
                  <a:srgbClr val="FFFFFF"/>
                </a:solidFill>
                <a:latin typeface="Segoe UI"/>
                <a:cs typeface="Segoe UI"/>
              </a:rPr>
              <a:t>AED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sz="800" b="1" spc="-5" dirty="0">
                <a:solidFill>
                  <a:srgbClr val="FFFFFF"/>
                </a:solidFill>
                <a:latin typeface="Segoe UI"/>
                <a:cs typeface="Segoe UI"/>
              </a:rPr>
              <a:t>Am</a:t>
            </a:r>
            <a:r>
              <a:rPr sz="800" b="1" spc="-15" dirty="0">
                <a:solidFill>
                  <a:srgbClr val="FFFFFF"/>
                </a:solidFill>
                <a:latin typeface="Segoe UI"/>
                <a:cs typeface="Segoe UI"/>
              </a:rPr>
              <a:t>o</a:t>
            </a:r>
            <a:r>
              <a:rPr sz="800" b="1" spc="5" dirty="0">
                <a:solidFill>
                  <a:srgbClr val="FFFFFF"/>
                </a:solidFill>
                <a:latin typeface="Segoe UI"/>
                <a:cs typeface="Segoe UI"/>
              </a:rPr>
              <a:t>un</a:t>
            </a:r>
            <a:r>
              <a:rPr sz="800" b="1" spc="-5" dirty="0">
                <a:solidFill>
                  <a:srgbClr val="FFFFFF"/>
                </a:solidFill>
                <a:latin typeface="Segoe UI"/>
                <a:cs typeface="Segoe UI"/>
              </a:rPr>
              <a:t>t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,</a:t>
            </a:r>
            <a:r>
              <a:rPr sz="800" b="1" spc="-9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lang="en-US" sz="800" b="1" spc="-95" dirty="0">
                <a:solidFill>
                  <a:srgbClr val="FFFFFF"/>
                </a:solidFill>
                <a:latin typeface="Segoe UI"/>
                <a:cs typeface="Segoe UI"/>
              </a:rPr>
              <a:t>AED</a:t>
            </a:r>
            <a:endParaRPr sz="800" dirty="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16572" y="3816829"/>
            <a:ext cx="706247" cy="305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635" algn="ctr">
              <a:lnSpc>
                <a:spcPct val="125000"/>
              </a:lnSpc>
              <a:spcBef>
                <a:spcPts val="100"/>
              </a:spcBef>
            </a:pP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Amount </a:t>
            </a:r>
            <a:r>
              <a:rPr sz="800" b="1" spc="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(Incl.</a:t>
            </a:r>
            <a:r>
              <a:rPr sz="800" b="1" spc="-8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V</a:t>
            </a:r>
            <a:r>
              <a:rPr sz="800" b="1" spc="-5" dirty="0">
                <a:solidFill>
                  <a:srgbClr val="FFFFFF"/>
                </a:solidFill>
                <a:latin typeface="Segoe UI"/>
                <a:cs typeface="Segoe UI"/>
              </a:rPr>
              <a:t>AT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),</a:t>
            </a: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 AED</a:t>
            </a:r>
            <a:endParaRPr sz="800" dirty="0">
              <a:latin typeface="Segoe UI"/>
              <a:cs typeface="Segoe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16051" y="3982339"/>
            <a:ext cx="8851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223520" algn="l"/>
              </a:tabLst>
            </a:pP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#	</a:t>
            </a:r>
            <a:r>
              <a:rPr sz="800" b="1" spc="-20" dirty="0">
                <a:solidFill>
                  <a:srgbClr val="FFFFFF"/>
                </a:solidFill>
                <a:latin typeface="Segoe UI"/>
                <a:cs typeface="Segoe UI"/>
              </a:rPr>
              <a:t>D</a:t>
            </a:r>
            <a:r>
              <a:rPr sz="800" b="1" spc="-10" dirty="0">
                <a:solidFill>
                  <a:srgbClr val="FFFFFF"/>
                </a:solidFill>
                <a:latin typeface="Segoe UI"/>
                <a:cs typeface="Segoe UI"/>
              </a:rPr>
              <a:t>E</a:t>
            </a:r>
            <a:r>
              <a:rPr sz="800" b="1" spc="5" dirty="0">
                <a:solidFill>
                  <a:srgbClr val="FFFFFF"/>
                </a:solidFill>
                <a:latin typeface="Segoe UI"/>
                <a:cs typeface="Segoe UI"/>
              </a:rPr>
              <a:t>S</a:t>
            </a:r>
            <a:r>
              <a:rPr sz="800" b="1" spc="-10" dirty="0">
                <a:solidFill>
                  <a:srgbClr val="FFFFFF"/>
                </a:solidFill>
                <a:latin typeface="Segoe UI"/>
                <a:cs typeface="Segoe UI"/>
              </a:rPr>
              <a:t>CR</a:t>
            </a:r>
            <a:r>
              <a:rPr sz="800" b="1" spc="-15" dirty="0">
                <a:solidFill>
                  <a:srgbClr val="FFFFFF"/>
                </a:solidFill>
                <a:latin typeface="Segoe UI"/>
                <a:cs typeface="Segoe UI"/>
              </a:rPr>
              <a:t>I</a:t>
            </a:r>
            <a:r>
              <a:rPr sz="800" b="1" spc="-30" dirty="0">
                <a:solidFill>
                  <a:srgbClr val="FFFFFF"/>
                </a:solidFill>
                <a:latin typeface="Segoe UI"/>
                <a:cs typeface="Segoe UI"/>
              </a:rPr>
              <a:t>P</a:t>
            </a:r>
            <a:r>
              <a:rPr sz="800" b="1" spc="-15" dirty="0">
                <a:solidFill>
                  <a:srgbClr val="FFFFFF"/>
                </a:solidFill>
                <a:latin typeface="Segoe UI"/>
                <a:cs typeface="Segoe UI"/>
              </a:rPr>
              <a:t>TI</a:t>
            </a:r>
            <a:r>
              <a:rPr sz="800" b="1" spc="-10" dirty="0">
                <a:solidFill>
                  <a:srgbClr val="FFFFFF"/>
                </a:solidFill>
                <a:latin typeface="Segoe UI"/>
                <a:cs typeface="Segoe UI"/>
              </a:rPr>
              <a:t>O</a:t>
            </a:r>
            <a:r>
              <a:rPr sz="800" b="1" dirty="0">
                <a:solidFill>
                  <a:srgbClr val="FFFFFF"/>
                </a:solidFill>
                <a:latin typeface="Segoe UI"/>
                <a:cs typeface="Segoe UI"/>
              </a:rPr>
              <a:t>N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61053" y="2312289"/>
            <a:ext cx="11722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Ma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r</a:t>
            </a:r>
            <a:r>
              <a:rPr sz="800" b="1" spc="-55" dirty="0">
                <a:solidFill>
                  <a:srgbClr val="3B3B3B"/>
                </a:solidFill>
                <a:latin typeface="Segoe UI"/>
                <a:cs typeface="Segoe UI"/>
              </a:rPr>
              <a:t>s</a:t>
            </a: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e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l</a:t>
            </a:r>
            <a:r>
              <a:rPr sz="800" b="1" spc="-114" dirty="0">
                <a:solidFill>
                  <a:srgbClr val="3B3B3B"/>
                </a:solidFill>
                <a:latin typeface="Segoe UI"/>
                <a:cs typeface="Segoe UI"/>
              </a:rPr>
              <a:t> </a:t>
            </a: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L</a:t>
            </a:r>
            <a:r>
              <a:rPr sz="800" b="1" spc="5" dirty="0">
                <a:solidFill>
                  <a:srgbClr val="3B3B3B"/>
                </a:solidFill>
                <a:latin typeface="Segoe UI"/>
                <a:cs typeface="Segoe UI"/>
              </a:rPr>
              <a:t>u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x</a:t>
            </a:r>
            <a:r>
              <a:rPr sz="800" b="1" spc="5" dirty="0">
                <a:solidFill>
                  <a:srgbClr val="3B3B3B"/>
                </a:solidFill>
                <a:latin typeface="Segoe UI"/>
                <a:cs typeface="Segoe UI"/>
              </a:rPr>
              <a:t>u</a:t>
            </a:r>
            <a:r>
              <a:rPr sz="800" b="1" spc="25" dirty="0">
                <a:solidFill>
                  <a:srgbClr val="3B3B3B"/>
                </a:solidFill>
                <a:latin typeface="Segoe UI"/>
                <a:cs typeface="Segoe UI"/>
              </a:rPr>
              <a:t>r</a:t>
            </a:r>
            <a:r>
              <a:rPr sz="800" b="1" spc="55" dirty="0">
                <a:solidFill>
                  <a:srgbClr val="3B3B3B"/>
                </a:solidFill>
                <a:latin typeface="Segoe UI"/>
                <a:cs typeface="Segoe UI"/>
              </a:rPr>
              <a:t>y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C</a:t>
            </a: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a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r</a:t>
            </a:r>
            <a:r>
              <a:rPr sz="800" b="1" spc="-125" dirty="0">
                <a:solidFill>
                  <a:srgbClr val="3B3B3B"/>
                </a:solidFill>
                <a:latin typeface="Segoe UI"/>
                <a:cs typeface="Segoe UI"/>
              </a:rPr>
              <a:t> </a:t>
            </a:r>
            <a:r>
              <a:rPr sz="800" b="1" spc="-25" dirty="0">
                <a:solidFill>
                  <a:srgbClr val="3B3B3B"/>
                </a:solidFill>
                <a:latin typeface="Segoe UI"/>
                <a:cs typeface="Segoe UI"/>
              </a:rPr>
              <a:t>R</a:t>
            </a: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e</a:t>
            </a:r>
            <a:r>
              <a:rPr sz="800" b="1" spc="5" dirty="0">
                <a:solidFill>
                  <a:srgbClr val="3B3B3B"/>
                </a:solidFill>
                <a:latin typeface="Segoe UI"/>
                <a:cs typeface="Segoe UI"/>
              </a:rPr>
              <a:t>n</a:t>
            </a: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t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al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41929" y="2316861"/>
            <a:ext cx="50545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7780" algn="r">
              <a:lnSpc>
                <a:spcPct val="100000"/>
              </a:lnSpc>
              <a:spcBef>
                <a:spcPts val="100"/>
              </a:spcBef>
            </a:pPr>
            <a:r>
              <a:rPr sz="800" b="1" spc="-40" dirty="0">
                <a:solidFill>
                  <a:srgbClr val="3B3B3B"/>
                </a:solidFill>
                <a:latin typeface="Segoe UI"/>
                <a:cs typeface="Segoe UI"/>
              </a:rPr>
              <a:t>I</a:t>
            </a:r>
            <a:r>
              <a:rPr sz="800" b="1" spc="-45" dirty="0">
                <a:solidFill>
                  <a:srgbClr val="3B3B3B"/>
                </a:solidFill>
                <a:latin typeface="Segoe UI"/>
                <a:cs typeface="Segoe UI"/>
              </a:rPr>
              <a:t>ss</a:t>
            </a:r>
            <a:r>
              <a:rPr sz="800" b="1" spc="5" dirty="0">
                <a:solidFill>
                  <a:srgbClr val="3B3B3B"/>
                </a:solidFill>
                <a:latin typeface="Segoe UI"/>
                <a:cs typeface="Segoe UI"/>
              </a:rPr>
              <a:t>u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ed</a:t>
            </a:r>
            <a:r>
              <a:rPr sz="800" b="1" spc="25" dirty="0">
                <a:solidFill>
                  <a:srgbClr val="3B3B3B"/>
                </a:solidFill>
                <a:latin typeface="Segoe UI"/>
                <a:cs typeface="Segoe UI"/>
              </a:rPr>
              <a:t> 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B</a:t>
            </a: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y</a:t>
            </a:r>
            <a:r>
              <a:rPr sz="800" b="1" dirty="0">
                <a:solidFill>
                  <a:srgbClr val="3B3B3B"/>
                </a:solidFill>
                <a:latin typeface="Segoe UI"/>
                <a:cs typeface="Segoe UI"/>
              </a:rPr>
              <a:t>:</a:t>
            </a:r>
            <a:endParaRPr sz="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700">
              <a:latin typeface="Segoe UI"/>
              <a:cs typeface="Segoe UI"/>
            </a:endParaRPr>
          </a:p>
          <a:p>
            <a:pPr marR="5080" algn="r">
              <a:lnSpc>
                <a:spcPct val="100000"/>
              </a:lnSpc>
            </a:pPr>
            <a:r>
              <a:rPr sz="800" b="1" spc="-5" dirty="0">
                <a:solidFill>
                  <a:srgbClr val="3B3B3B"/>
                </a:solidFill>
                <a:latin typeface="Segoe UI"/>
                <a:cs typeface="Segoe UI"/>
              </a:rPr>
              <a:t>Arabic:</a:t>
            </a:r>
            <a:endParaRPr sz="80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37986" y="2316861"/>
            <a:ext cx="4330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800" b="1" spc="-15" dirty="0">
                <a:solidFill>
                  <a:srgbClr val="3B3B3B"/>
                </a:solidFill>
                <a:latin typeface="Segoe UI"/>
                <a:cs typeface="Segoe UI"/>
              </a:rPr>
              <a:t>Phone:</a:t>
            </a:r>
            <a:endParaRPr sz="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700">
              <a:latin typeface="Segoe UI"/>
              <a:cs typeface="Segoe UI"/>
            </a:endParaRPr>
          </a:p>
          <a:p>
            <a:pPr marR="6350" algn="r">
              <a:lnSpc>
                <a:spcPct val="100000"/>
              </a:lnSpc>
            </a:pPr>
            <a:r>
              <a:rPr sz="800" b="1" spc="-15" dirty="0">
                <a:solidFill>
                  <a:srgbClr val="3B3B3B"/>
                </a:solidFill>
                <a:latin typeface="Segoe UI"/>
                <a:cs typeface="Segoe UI"/>
              </a:rPr>
              <a:t>Website:</a:t>
            </a:r>
            <a:endParaRPr sz="800">
              <a:latin typeface="Segoe UI"/>
              <a:cs typeface="Segoe UI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295217"/>
              </p:ext>
            </p:extLst>
          </p:nvPr>
        </p:nvGraphicFramePr>
        <p:xfrm>
          <a:off x="122978" y="4360342"/>
          <a:ext cx="7312870" cy="18207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9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4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199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556">
                <a:tc>
                  <a:txBody>
                    <a:bodyPr/>
                    <a:lstStyle/>
                    <a:p>
                      <a:pPr marR="7493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800" dirty="0"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L="0" marR="0" marT="8255" marB="0"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" marR="2863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US" sz="800" dirty="0"/>
                        <a:t>PRIVATE TOUR IN DUBAI (for 2 persons)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28 JANUARY, START AT 10:00 AM</a:t>
                      </a:r>
                    </a:p>
                    <a:p>
                      <a:pPr marL="80010" marR="2863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12700" marB="0"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238,10 USD</a:t>
                      </a:r>
                    </a:p>
                  </a:txBody>
                  <a:tcPr marL="0" marR="0" marT="8255" marB="0"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22479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n-US" sz="800" spc="-5" dirty="0">
                          <a:latin typeface="Segoe UI"/>
                          <a:cs typeface="Segoe UI"/>
                        </a:rPr>
                        <a:t>238,10 USD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8255" marB="0"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11,90 USD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10795" marB="0"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250 USD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10795" marB="0"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R="7493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2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825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" marR="286385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PRIVATE TOUR IN DUBAI - CONTINUATION (for 2 persons)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29 JANUARY, START AT 10:00 AM</a:t>
                      </a:r>
                    </a:p>
                    <a:p>
                      <a:pPr marL="80010" marR="286385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latin typeface="Segoe UI"/>
                        <a:cs typeface="Segoe UI"/>
                      </a:endParaRPr>
                    </a:p>
                  </a:txBody>
                  <a:tcPr marL="0" marR="0" marT="12700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238,10 USD</a:t>
                      </a:r>
                    </a:p>
                  </a:txBody>
                  <a:tcPr marL="0" marR="0" marT="825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22479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n-US" sz="800" spc="-5" dirty="0">
                          <a:latin typeface="Segoe UI"/>
                          <a:cs typeface="Segoe UI"/>
                        </a:rPr>
                        <a:t>238,10 USD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825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11,90 USD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1079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250 USD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1079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200446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7493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3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825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" marR="286385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PRIVATE JEEP SAFARI TOUR (for 2 persons)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30 JANUARY</a:t>
                      </a:r>
                    </a:p>
                    <a:p>
                      <a:pPr marL="80010" marR="286385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dirty="0">
                        <a:latin typeface="Segoe UI"/>
                        <a:cs typeface="Segoe UI"/>
                      </a:endParaRPr>
                    </a:p>
                  </a:txBody>
                  <a:tcPr marL="0" marR="0" marT="12700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219,05 USD</a:t>
                      </a:r>
                    </a:p>
                  </a:txBody>
                  <a:tcPr marL="0" marR="0" marT="825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22479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219,05 USD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825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10,95 USD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1079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230 USD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1079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8530729"/>
                  </a:ext>
                </a:extLst>
              </a:tr>
              <a:tr h="480492">
                <a:tc>
                  <a:txBody>
                    <a:bodyPr/>
                    <a:lstStyle/>
                    <a:p>
                      <a:pPr marR="7493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4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825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" marR="2863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lang="en-US" sz="800" dirty="0"/>
                        <a:t>PRIVATE TOUR IN ABU DHABI (for 2 persons)</a:t>
                      </a:r>
                      <a:br>
                        <a:rPr lang="en-US" sz="800" dirty="0"/>
                      </a:br>
                      <a:r>
                        <a:rPr lang="en-US" sz="800" dirty="0"/>
                        <a:t>1 FEBRUARY, START AT 9:00 AM</a:t>
                      </a:r>
                    </a:p>
                    <a:p>
                      <a:pPr marL="80010" marR="2863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12700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304,76 USD</a:t>
                      </a:r>
                    </a:p>
                  </a:txBody>
                  <a:tcPr marL="0" marR="0" marT="825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224790" algn="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en-US" sz="800" spc="-5" dirty="0">
                          <a:latin typeface="Segoe UI"/>
                          <a:cs typeface="Segoe UI"/>
                        </a:rPr>
                        <a:t>304,76 USD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825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317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15,24 USD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1079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lang="en-US" sz="800" dirty="0">
                          <a:latin typeface="Segoe UI"/>
                          <a:cs typeface="Segoe UI"/>
                        </a:rPr>
                        <a:t>320 USD</a:t>
                      </a:r>
                      <a:endParaRPr sz="800" dirty="0">
                        <a:latin typeface="Segoe UI"/>
                        <a:cs typeface="Segoe UI"/>
                      </a:endParaRPr>
                    </a:p>
                  </a:txBody>
                  <a:tcPr marL="0" marR="0" marT="10795" marB="0">
                    <a:lnT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043224"/>
                  </a:ext>
                </a:extLst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3861053" y="2989739"/>
            <a:ext cx="1548765" cy="39433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95"/>
              </a:spcBef>
            </a:pPr>
            <a:r>
              <a:rPr lang="en-US" sz="800" b="1" spc="-5" dirty="0">
                <a:solidFill>
                  <a:srgbClr val="3B3B3B"/>
                </a:solidFill>
                <a:latin typeface="Segoe UI"/>
                <a:cs typeface="Segoe UI"/>
              </a:rPr>
              <a:t>DAMAC SMART HEIGHTS BUILDING, OFFICE </a:t>
            </a:r>
            <a:r>
              <a:rPr lang="en-US" sz="800" b="1" spc="-5">
                <a:solidFill>
                  <a:srgbClr val="3B3B3B"/>
                </a:solidFill>
                <a:latin typeface="Segoe UI"/>
                <a:cs typeface="Segoe UI"/>
              </a:rPr>
              <a:t>NUMBER 2106</a:t>
            </a:r>
            <a:endParaRPr sz="800" dirty="0">
              <a:latin typeface="Segoe UI"/>
              <a:cs typeface="Segoe U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23444" y="2615184"/>
            <a:ext cx="7307580" cy="1229995"/>
            <a:chOff x="123444" y="2615184"/>
            <a:chExt cx="7307580" cy="1229995"/>
          </a:xfrm>
        </p:grpSpPr>
        <p:sp>
          <p:nvSpPr>
            <p:cNvPr id="35" name="object 35"/>
            <p:cNvSpPr/>
            <p:nvPr/>
          </p:nvSpPr>
          <p:spPr>
            <a:xfrm>
              <a:off x="123444" y="3817578"/>
              <a:ext cx="7307580" cy="27305"/>
            </a:xfrm>
            <a:custGeom>
              <a:avLst/>
              <a:gdLst/>
              <a:ahLst/>
              <a:cxnLst/>
              <a:rect l="l" t="t" r="r" b="b"/>
              <a:pathLst>
                <a:path w="7307580" h="27304">
                  <a:moveTo>
                    <a:pt x="7307326" y="0"/>
                  </a:moveTo>
                  <a:lnTo>
                    <a:pt x="0" y="0"/>
                  </a:lnTo>
                  <a:lnTo>
                    <a:pt x="0" y="27092"/>
                  </a:lnTo>
                  <a:lnTo>
                    <a:pt x="7307326" y="27092"/>
                  </a:lnTo>
                  <a:lnTo>
                    <a:pt x="73073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66388" y="2615184"/>
              <a:ext cx="1254252" cy="126492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0" y="10515597"/>
            <a:ext cx="3779520" cy="164465"/>
            <a:chOff x="0" y="10515597"/>
            <a:chExt cx="3779520" cy="164465"/>
          </a:xfrm>
        </p:grpSpPr>
        <p:sp>
          <p:nvSpPr>
            <p:cNvPr id="39" name="object 39"/>
            <p:cNvSpPr/>
            <p:nvPr/>
          </p:nvSpPr>
          <p:spPr>
            <a:xfrm>
              <a:off x="0" y="10515597"/>
              <a:ext cx="1889760" cy="164465"/>
            </a:xfrm>
            <a:custGeom>
              <a:avLst/>
              <a:gdLst/>
              <a:ahLst/>
              <a:cxnLst/>
              <a:rect l="l" t="t" r="r" b="b"/>
              <a:pathLst>
                <a:path w="1889760" h="164465">
                  <a:moveTo>
                    <a:pt x="1889379" y="0"/>
                  </a:moveTo>
                  <a:lnTo>
                    <a:pt x="0" y="0"/>
                  </a:lnTo>
                  <a:lnTo>
                    <a:pt x="0" y="164426"/>
                  </a:lnTo>
                  <a:lnTo>
                    <a:pt x="1889379" y="164426"/>
                  </a:lnTo>
                  <a:lnTo>
                    <a:pt x="1889379" y="0"/>
                  </a:lnTo>
                  <a:close/>
                </a:path>
              </a:pathLst>
            </a:custGeom>
            <a:solidFill>
              <a:srgbClr val="EB1C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889760" y="10515597"/>
              <a:ext cx="1889760" cy="164465"/>
            </a:xfrm>
            <a:custGeom>
              <a:avLst/>
              <a:gdLst/>
              <a:ahLst/>
              <a:cxnLst/>
              <a:rect l="l" t="t" r="r" b="b"/>
              <a:pathLst>
                <a:path w="1889760" h="164465">
                  <a:moveTo>
                    <a:pt x="1889379" y="0"/>
                  </a:moveTo>
                  <a:lnTo>
                    <a:pt x="0" y="0"/>
                  </a:lnTo>
                  <a:lnTo>
                    <a:pt x="0" y="164426"/>
                  </a:lnTo>
                  <a:lnTo>
                    <a:pt x="1889379" y="164426"/>
                  </a:lnTo>
                  <a:lnTo>
                    <a:pt x="1889379" y="0"/>
                  </a:lnTo>
                  <a:close/>
                </a:path>
              </a:pathLst>
            </a:custGeom>
            <a:solidFill>
              <a:srgbClr val="00A6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/>
          <p:nvPr/>
        </p:nvSpPr>
        <p:spPr>
          <a:xfrm>
            <a:off x="5669279" y="10515597"/>
            <a:ext cx="1880870" cy="164465"/>
          </a:xfrm>
          <a:custGeom>
            <a:avLst/>
            <a:gdLst/>
            <a:ahLst/>
            <a:cxnLst/>
            <a:rect l="l" t="t" r="r" b="b"/>
            <a:pathLst>
              <a:path w="1880870" h="164465">
                <a:moveTo>
                  <a:pt x="1880489" y="0"/>
                </a:moveTo>
                <a:lnTo>
                  <a:pt x="0" y="0"/>
                </a:lnTo>
                <a:lnTo>
                  <a:pt x="0" y="164426"/>
                </a:lnTo>
                <a:lnTo>
                  <a:pt x="1880489" y="164426"/>
                </a:lnTo>
                <a:lnTo>
                  <a:pt x="1880489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2" name="object 42"/>
          <p:cNvGrpSpPr/>
          <p:nvPr/>
        </p:nvGrpSpPr>
        <p:grpSpPr>
          <a:xfrm>
            <a:off x="1828800" y="9912096"/>
            <a:ext cx="358140" cy="358140"/>
            <a:chOff x="1828800" y="9912096"/>
            <a:chExt cx="358140" cy="358140"/>
          </a:xfrm>
        </p:grpSpPr>
        <p:sp>
          <p:nvSpPr>
            <p:cNvPr id="43" name="object 43"/>
            <p:cNvSpPr/>
            <p:nvPr/>
          </p:nvSpPr>
          <p:spPr>
            <a:xfrm>
              <a:off x="1828800" y="9912096"/>
              <a:ext cx="358140" cy="358140"/>
            </a:xfrm>
            <a:custGeom>
              <a:avLst/>
              <a:gdLst/>
              <a:ahLst/>
              <a:cxnLst/>
              <a:rect l="l" t="t" r="r" b="b"/>
              <a:pathLst>
                <a:path w="358139" h="358140">
                  <a:moveTo>
                    <a:pt x="178943" y="0"/>
                  </a:moveTo>
                  <a:lnTo>
                    <a:pt x="131444" y="6388"/>
                  </a:lnTo>
                  <a:lnTo>
                    <a:pt x="88645" y="24434"/>
                  </a:lnTo>
                  <a:lnTo>
                    <a:pt x="52450" y="52425"/>
                  </a:lnTo>
                  <a:lnTo>
                    <a:pt x="24383" y="88646"/>
                  </a:lnTo>
                  <a:lnTo>
                    <a:pt x="6350" y="131394"/>
                  </a:lnTo>
                  <a:lnTo>
                    <a:pt x="0" y="178981"/>
                  </a:lnTo>
                  <a:lnTo>
                    <a:pt x="6350" y="226555"/>
                  </a:lnTo>
                  <a:lnTo>
                    <a:pt x="24383" y="269316"/>
                  </a:lnTo>
                  <a:lnTo>
                    <a:pt x="52450" y="305536"/>
                  </a:lnTo>
                  <a:lnTo>
                    <a:pt x="88645" y="333527"/>
                  </a:lnTo>
                  <a:lnTo>
                    <a:pt x="131444" y="351561"/>
                  </a:lnTo>
                  <a:lnTo>
                    <a:pt x="178943" y="357962"/>
                  </a:lnTo>
                  <a:lnTo>
                    <a:pt x="226568" y="351561"/>
                  </a:lnTo>
                  <a:lnTo>
                    <a:pt x="269367" y="333527"/>
                  </a:lnTo>
                  <a:lnTo>
                    <a:pt x="305562" y="305536"/>
                  </a:lnTo>
                  <a:lnTo>
                    <a:pt x="333501" y="269316"/>
                  </a:lnTo>
                  <a:lnTo>
                    <a:pt x="351536" y="226555"/>
                  </a:lnTo>
                  <a:lnTo>
                    <a:pt x="358013" y="178981"/>
                  </a:lnTo>
                  <a:lnTo>
                    <a:pt x="351536" y="131394"/>
                  </a:lnTo>
                  <a:lnTo>
                    <a:pt x="333501" y="88646"/>
                  </a:lnTo>
                  <a:lnTo>
                    <a:pt x="305562" y="52425"/>
                  </a:lnTo>
                  <a:lnTo>
                    <a:pt x="269367" y="24434"/>
                  </a:lnTo>
                  <a:lnTo>
                    <a:pt x="226568" y="6388"/>
                  </a:lnTo>
                  <a:lnTo>
                    <a:pt x="178943" y="0"/>
                  </a:lnTo>
                  <a:close/>
                </a:path>
              </a:pathLst>
            </a:custGeom>
            <a:solidFill>
              <a:srgbClr val="EB1C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4331" y="9977628"/>
              <a:ext cx="225551" cy="225552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345947" y="9912096"/>
            <a:ext cx="360045" cy="358140"/>
            <a:chOff x="345947" y="9912096"/>
            <a:chExt cx="360045" cy="358140"/>
          </a:xfrm>
        </p:grpSpPr>
        <p:sp>
          <p:nvSpPr>
            <p:cNvPr id="46" name="object 46"/>
            <p:cNvSpPr/>
            <p:nvPr/>
          </p:nvSpPr>
          <p:spPr>
            <a:xfrm>
              <a:off x="345947" y="9912096"/>
              <a:ext cx="360045" cy="358140"/>
            </a:xfrm>
            <a:custGeom>
              <a:avLst/>
              <a:gdLst/>
              <a:ahLst/>
              <a:cxnLst/>
              <a:rect l="l" t="t" r="r" b="b"/>
              <a:pathLst>
                <a:path w="360045" h="358140">
                  <a:moveTo>
                    <a:pt x="179806" y="0"/>
                  </a:moveTo>
                  <a:lnTo>
                    <a:pt x="131991" y="6388"/>
                  </a:lnTo>
                  <a:lnTo>
                    <a:pt x="89065" y="24434"/>
                  </a:lnTo>
                  <a:lnTo>
                    <a:pt x="52666" y="52425"/>
                  </a:lnTo>
                  <a:lnTo>
                    <a:pt x="24536" y="88646"/>
                  </a:lnTo>
                  <a:lnTo>
                    <a:pt x="6400" y="131394"/>
                  </a:lnTo>
                  <a:lnTo>
                    <a:pt x="0" y="178981"/>
                  </a:lnTo>
                  <a:lnTo>
                    <a:pt x="6400" y="226555"/>
                  </a:lnTo>
                  <a:lnTo>
                    <a:pt x="24536" y="269316"/>
                  </a:lnTo>
                  <a:lnTo>
                    <a:pt x="52666" y="305536"/>
                  </a:lnTo>
                  <a:lnTo>
                    <a:pt x="89065" y="333527"/>
                  </a:lnTo>
                  <a:lnTo>
                    <a:pt x="131991" y="351574"/>
                  </a:lnTo>
                  <a:lnTo>
                    <a:pt x="179806" y="357962"/>
                  </a:lnTo>
                  <a:lnTo>
                    <a:pt x="227609" y="351574"/>
                  </a:lnTo>
                  <a:lnTo>
                    <a:pt x="270548" y="333527"/>
                  </a:lnTo>
                  <a:lnTo>
                    <a:pt x="306946" y="305536"/>
                  </a:lnTo>
                  <a:lnTo>
                    <a:pt x="335076" y="269316"/>
                  </a:lnTo>
                  <a:lnTo>
                    <a:pt x="353212" y="226555"/>
                  </a:lnTo>
                  <a:lnTo>
                    <a:pt x="359613" y="178981"/>
                  </a:lnTo>
                  <a:lnTo>
                    <a:pt x="353212" y="131394"/>
                  </a:lnTo>
                  <a:lnTo>
                    <a:pt x="335076" y="88646"/>
                  </a:lnTo>
                  <a:lnTo>
                    <a:pt x="306946" y="52425"/>
                  </a:lnTo>
                  <a:lnTo>
                    <a:pt x="270548" y="24434"/>
                  </a:lnTo>
                  <a:lnTo>
                    <a:pt x="227609" y="6388"/>
                  </a:lnTo>
                  <a:lnTo>
                    <a:pt x="179806" y="0"/>
                  </a:lnTo>
                  <a:close/>
                </a:path>
              </a:pathLst>
            </a:custGeom>
            <a:solidFill>
              <a:srgbClr val="EB1C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6051" y="9973056"/>
              <a:ext cx="228600" cy="230124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5257800" y="9912096"/>
            <a:ext cx="360045" cy="358140"/>
            <a:chOff x="5257800" y="9912096"/>
            <a:chExt cx="360045" cy="358140"/>
          </a:xfrm>
        </p:grpSpPr>
        <p:sp>
          <p:nvSpPr>
            <p:cNvPr id="49" name="object 49"/>
            <p:cNvSpPr/>
            <p:nvPr/>
          </p:nvSpPr>
          <p:spPr>
            <a:xfrm>
              <a:off x="5257800" y="9912096"/>
              <a:ext cx="351790" cy="358140"/>
            </a:xfrm>
            <a:custGeom>
              <a:avLst/>
              <a:gdLst/>
              <a:ahLst/>
              <a:cxnLst/>
              <a:rect l="l" t="t" r="r" b="b"/>
              <a:pathLst>
                <a:path w="351789" h="358140">
                  <a:moveTo>
                    <a:pt x="190626" y="0"/>
                  </a:moveTo>
                  <a:lnTo>
                    <a:pt x="168528" y="0"/>
                  </a:lnTo>
                  <a:lnTo>
                    <a:pt x="123316" y="8623"/>
                  </a:lnTo>
                  <a:lnTo>
                    <a:pt x="82803" y="27736"/>
                  </a:lnTo>
                  <a:lnTo>
                    <a:pt x="49022" y="55816"/>
                  </a:lnTo>
                  <a:lnTo>
                    <a:pt x="22860" y="91338"/>
                  </a:lnTo>
                  <a:lnTo>
                    <a:pt x="5969" y="132803"/>
                  </a:lnTo>
                  <a:lnTo>
                    <a:pt x="0" y="178676"/>
                  </a:lnTo>
                  <a:lnTo>
                    <a:pt x="6476" y="226263"/>
                  </a:lnTo>
                  <a:lnTo>
                    <a:pt x="24511" y="269024"/>
                  </a:lnTo>
                  <a:lnTo>
                    <a:pt x="52704" y="305269"/>
                  </a:lnTo>
                  <a:lnTo>
                    <a:pt x="88900" y="333260"/>
                  </a:lnTo>
                  <a:lnTo>
                    <a:pt x="131825" y="351307"/>
                  </a:lnTo>
                  <a:lnTo>
                    <a:pt x="179450" y="357708"/>
                  </a:lnTo>
                  <a:lnTo>
                    <a:pt x="225425" y="351777"/>
                  </a:lnTo>
                  <a:lnTo>
                    <a:pt x="267208" y="335000"/>
                  </a:lnTo>
                  <a:lnTo>
                    <a:pt x="302640" y="308889"/>
                  </a:lnTo>
                  <a:lnTo>
                    <a:pt x="330835" y="274967"/>
                  </a:lnTo>
                  <a:lnTo>
                    <a:pt x="341249" y="253263"/>
                  </a:lnTo>
                  <a:lnTo>
                    <a:pt x="91186" y="253263"/>
                  </a:lnTo>
                  <a:lnTo>
                    <a:pt x="83565" y="251764"/>
                  </a:lnTo>
                  <a:lnTo>
                    <a:pt x="77470" y="247650"/>
                  </a:lnTo>
                  <a:lnTo>
                    <a:pt x="73405" y="241554"/>
                  </a:lnTo>
                  <a:lnTo>
                    <a:pt x="71882" y="234073"/>
                  </a:lnTo>
                  <a:lnTo>
                    <a:pt x="71882" y="130581"/>
                  </a:lnTo>
                  <a:lnTo>
                    <a:pt x="72136" y="129514"/>
                  </a:lnTo>
                  <a:lnTo>
                    <a:pt x="351536" y="129514"/>
                  </a:lnTo>
                  <a:lnTo>
                    <a:pt x="351409" y="128587"/>
                  </a:lnTo>
                  <a:lnTo>
                    <a:pt x="73151" y="128587"/>
                  </a:lnTo>
                  <a:lnTo>
                    <a:pt x="179450" y="62522"/>
                  </a:lnTo>
                  <a:lnTo>
                    <a:pt x="314705" y="62522"/>
                  </a:lnTo>
                  <a:lnTo>
                    <a:pt x="306450" y="52095"/>
                  </a:lnTo>
                  <a:lnTo>
                    <a:pt x="273303" y="25895"/>
                  </a:lnTo>
                  <a:lnTo>
                    <a:pt x="234061" y="8077"/>
                  </a:lnTo>
                  <a:lnTo>
                    <a:pt x="190626" y="0"/>
                  </a:lnTo>
                  <a:close/>
                </a:path>
              </a:pathLst>
            </a:custGeom>
            <a:solidFill>
              <a:srgbClr val="EB1C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0952" y="9974580"/>
              <a:ext cx="286512" cy="190500"/>
            </a:xfrm>
            <a:prstGeom prst="rect">
              <a:avLst/>
            </a:prstGeom>
          </p:spPr>
        </p:pic>
      </p:grpSp>
      <p:pic>
        <p:nvPicPr>
          <p:cNvPr id="51" name="object 5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5339" y="10049257"/>
            <a:ext cx="208787" cy="76198"/>
          </a:xfrm>
          <a:prstGeom prst="rect">
            <a:avLst/>
          </a:prstGeom>
        </p:spPr>
      </p:pic>
      <p:grpSp>
        <p:nvGrpSpPr>
          <p:cNvPr id="52" name="object 52"/>
          <p:cNvGrpSpPr/>
          <p:nvPr/>
        </p:nvGrpSpPr>
        <p:grpSpPr>
          <a:xfrm>
            <a:off x="1074419" y="10049257"/>
            <a:ext cx="294005" cy="76200"/>
            <a:chOff x="1074419" y="10049257"/>
            <a:chExt cx="294005" cy="76200"/>
          </a:xfrm>
        </p:grpSpPr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74419" y="10049257"/>
              <a:ext cx="109728" cy="7619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7675" y="10050781"/>
              <a:ext cx="92963" cy="7467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339595" y="10050780"/>
              <a:ext cx="28575" cy="74930"/>
            </a:xfrm>
            <a:custGeom>
              <a:avLst/>
              <a:gdLst/>
              <a:ahLst/>
              <a:cxnLst/>
              <a:rect l="l" t="t" r="r" b="b"/>
              <a:pathLst>
                <a:path w="28575" h="74929">
                  <a:moveTo>
                    <a:pt x="28447" y="0"/>
                  </a:moveTo>
                  <a:lnTo>
                    <a:pt x="7746" y="0"/>
                  </a:lnTo>
                  <a:lnTo>
                    <a:pt x="0" y="13271"/>
                  </a:lnTo>
                  <a:lnTo>
                    <a:pt x="14859" y="13271"/>
                  </a:lnTo>
                  <a:lnTo>
                    <a:pt x="14859" y="74536"/>
                  </a:lnTo>
                  <a:lnTo>
                    <a:pt x="28447" y="74536"/>
                  </a:lnTo>
                  <a:lnTo>
                    <a:pt x="28447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" name="object 5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20367" y="10049257"/>
            <a:ext cx="224028" cy="76198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698235" y="10044685"/>
            <a:ext cx="1624584" cy="97534"/>
          </a:xfrm>
          <a:prstGeom prst="rect">
            <a:avLst/>
          </a:prstGeom>
        </p:spPr>
      </p:pic>
      <p:grpSp>
        <p:nvGrpSpPr>
          <p:cNvPr id="58" name="object 58"/>
          <p:cNvGrpSpPr/>
          <p:nvPr/>
        </p:nvGrpSpPr>
        <p:grpSpPr>
          <a:xfrm>
            <a:off x="3305555" y="9912096"/>
            <a:ext cx="358140" cy="358140"/>
            <a:chOff x="3305555" y="9912096"/>
            <a:chExt cx="358140" cy="358140"/>
          </a:xfrm>
        </p:grpSpPr>
        <p:pic>
          <p:nvPicPr>
            <p:cNvPr id="59" name="object 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93947" y="10005060"/>
              <a:ext cx="178308" cy="173736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305555" y="9912096"/>
              <a:ext cx="320040" cy="358140"/>
            </a:xfrm>
            <a:custGeom>
              <a:avLst/>
              <a:gdLst/>
              <a:ahLst/>
              <a:cxnLst/>
              <a:rect l="l" t="t" r="r" b="b"/>
              <a:pathLst>
                <a:path w="320039" h="358140">
                  <a:moveTo>
                    <a:pt x="178816" y="0"/>
                  </a:moveTo>
                  <a:lnTo>
                    <a:pt x="131191" y="6400"/>
                  </a:lnTo>
                  <a:lnTo>
                    <a:pt x="88392" y="24472"/>
                  </a:lnTo>
                  <a:lnTo>
                    <a:pt x="52197" y="52476"/>
                  </a:lnTo>
                  <a:lnTo>
                    <a:pt x="24257" y="88696"/>
                  </a:lnTo>
                  <a:lnTo>
                    <a:pt x="6350" y="131394"/>
                  </a:lnTo>
                  <a:lnTo>
                    <a:pt x="0" y="178854"/>
                  </a:lnTo>
                  <a:lnTo>
                    <a:pt x="6350" y="226580"/>
                  </a:lnTo>
                  <a:lnTo>
                    <a:pt x="24511" y="269341"/>
                  </a:lnTo>
                  <a:lnTo>
                    <a:pt x="52451" y="305511"/>
                  </a:lnTo>
                  <a:lnTo>
                    <a:pt x="88646" y="333400"/>
                  </a:lnTo>
                  <a:lnTo>
                    <a:pt x="131445" y="351358"/>
                  </a:lnTo>
                  <a:lnTo>
                    <a:pt x="178816" y="357708"/>
                  </a:lnTo>
                  <a:lnTo>
                    <a:pt x="226568" y="351307"/>
                  </a:lnTo>
                  <a:lnTo>
                    <a:pt x="269367" y="333235"/>
                  </a:lnTo>
                  <a:lnTo>
                    <a:pt x="305562" y="305219"/>
                  </a:lnTo>
                  <a:lnTo>
                    <a:pt x="319405" y="287223"/>
                  </a:lnTo>
                  <a:lnTo>
                    <a:pt x="178816" y="287223"/>
                  </a:lnTo>
                  <a:lnTo>
                    <a:pt x="136652" y="278701"/>
                  </a:lnTo>
                  <a:lnTo>
                    <a:pt x="102235" y="255485"/>
                  </a:lnTo>
                  <a:lnTo>
                    <a:pt x="78994" y="221043"/>
                  </a:lnTo>
                  <a:lnTo>
                    <a:pt x="70485" y="178854"/>
                  </a:lnTo>
                  <a:lnTo>
                    <a:pt x="78994" y="136664"/>
                  </a:lnTo>
                  <a:lnTo>
                    <a:pt x="102235" y="102222"/>
                  </a:lnTo>
                  <a:lnTo>
                    <a:pt x="136652" y="78994"/>
                  </a:lnTo>
                  <a:lnTo>
                    <a:pt x="178816" y="70485"/>
                  </a:lnTo>
                  <a:lnTo>
                    <a:pt x="319659" y="70485"/>
                  </a:lnTo>
                  <a:lnTo>
                    <a:pt x="305816" y="52476"/>
                  </a:lnTo>
                  <a:lnTo>
                    <a:pt x="269494" y="24472"/>
                  </a:lnTo>
                  <a:lnTo>
                    <a:pt x="226568" y="6400"/>
                  </a:lnTo>
                  <a:lnTo>
                    <a:pt x="178816" y="0"/>
                  </a:lnTo>
                  <a:close/>
                </a:path>
              </a:pathLst>
            </a:custGeom>
            <a:solidFill>
              <a:srgbClr val="EB1C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83863" y="9982200"/>
              <a:ext cx="179832" cy="216408"/>
            </a:xfrm>
            <a:prstGeom prst="rect">
              <a:avLst/>
            </a:prstGeom>
          </p:spPr>
        </p:pic>
      </p:grpSp>
      <p:pic>
        <p:nvPicPr>
          <p:cNvPr id="62" name="object 6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733800" y="10047733"/>
            <a:ext cx="1365503" cy="94486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260092" y="10047732"/>
            <a:ext cx="819912" cy="88392"/>
          </a:xfrm>
          <a:prstGeom prst="rect">
            <a:avLst/>
          </a:prstGeom>
        </p:spPr>
      </p:pic>
      <p:grpSp>
        <p:nvGrpSpPr>
          <p:cNvPr id="64" name="object 64"/>
          <p:cNvGrpSpPr/>
          <p:nvPr/>
        </p:nvGrpSpPr>
        <p:grpSpPr>
          <a:xfrm>
            <a:off x="5298947" y="6993509"/>
            <a:ext cx="1979930" cy="1370330"/>
            <a:chOff x="5298947" y="6088380"/>
            <a:chExt cx="1979930" cy="1370330"/>
          </a:xfrm>
        </p:grpSpPr>
        <p:pic>
          <p:nvPicPr>
            <p:cNvPr id="65" name="object 6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78503" y="6195646"/>
              <a:ext cx="699913" cy="93221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98947" y="6088380"/>
              <a:ext cx="1367027" cy="1370076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428650" y="6361783"/>
            <a:ext cx="2827020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2428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Segoe UI"/>
                <a:cs typeface="Segoe UI"/>
              </a:rPr>
              <a:t>COMPANY</a:t>
            </a:r>
            <a:r>
              <a:rPr sz="1000" spc="-25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BANK</a:t>
            </a:r>
            <a:r>
              <a:rPr sz="1000" spc="-40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ACCOUNT </a:t>
            </a:r>
            <a:r>
              <a:rPr sz="1000" spc="-260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ADIB</a:t>
            </a:r>
            <a:r>
              <a:rPr sz="1000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BANK</a:t>
            </a:r>
            <a:r>
              <a:rPr sz="1000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:</a:t>
            </a:r>
            <a:r>
              <a:rPr sz="1000" spc="-15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UAE</a:t>
            </a:r>
            <a:endParaRPr sz="1000" dirty="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</a:pPr>
            <a:r>
              <a:rPr sz="1000" spc="-5" dirty="0">
                <a:latin typeface="Segoe UI"/>
                <a:cs typeface="Segoe UI"/>
              </a:rPr>
              <a:t>COMPANY</a:t>
            </a:r>
            <a:r>
              <a:rPr sz="1000" spc="15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NAME :</a:t>
            </a:r>
            <a:r>
              <a:rPr sz="1000" spc="-10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MARSEL</a:t>
            </a:r>
            <a:r>
              <a:rPr sz="1000" spc="5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LUXURY</a:t>
            </a:r>
            <a:r>
              <a:rPr sz="1000" spc="5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CAR</a:t>
            </a:r>
            <a:r>
              <a:rPr sz="1000" spc="25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RENTAL </a:t>
            </a:r>
            <a:r>
              <a:rPr sz="1000" spc="-260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ACCOUNT</a:t>
            </a:r>
            <a:r>
              <a:rPr sz="1000" spc="25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NO</a:t>
            </a:r>
            <a:r>
              <a:rPr sz="1000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:</a:t>
            </a:r>
            <a:r>
              <a:rPr sz="1000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28642584</a:t>
            </a:r>
            <a:endParaRPr sz="1000" dirty="0">
              <a:latin typeface="Segoe UI"/>
              <a:cs typeface="Segoe UI"/>
            </a:endParaRPr>
          </a:p>
          <a:p>
            <a:pPr marL="12700" marR="986155">
              <a:lnSpc>
                <a:spcPct val="100000"/>
              </a:lnSpc>
            </a:pPr>
            <a:r>
              <a:rPr sz="1000" spc="-5" dirty="0">
                <a:latin typeface="Segoe UI"/>
                <a:cs typeface="Segoe UI"/>
              </a:rPr>
              <a:t>IBAN : 110500000000028642584 </a:t>
            </a:r>
            <a:r>
              <a:rPr sz="1000" spc="-260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CURRENCY</a:t>
            </a:r>
            <a:r>
              <a:rPr sz="1000" spc="25" dirty="0">
                <a:latin typeface="Segoe UI"/>
                <a:cs typeface="Segoe UI"/>
              </a:rPr>
              <a:t> </a:t>
            </a:r>
            <a:r>
              <a:rPr sz="1000" spc="-5" dirty="0">
                <a:latin typeface="Segoe UI"/>
                <a:cs typeface="Segoe UI"/>
              </a:rPr>
              <a:t>: AED</a:t>
            </a:r>
            <a:endParaRPr sz="1000" dirty="0">
              <a:latin typeface="Segoe UI"/>
              <a:cs typeface="Segoe UI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C6E60B-E4DE-15BC-FBD1-1F712109253D}"/>
              </a:ext>
            </a:extLst>
          </p:cNvPr>
          <p:cNvSpPr txBox="1"/>
          <p:nvPr/>
        </p:nvSpPr>
        <p:spPr>
          <a:xfrm>
            <a:off x="4845050" y="6508377"/>
            <a:ext cx="25857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Segoe UI" panose="020B0502040204020203" pitchFamily="34" charset="0"/>
                <a:cs typeface="Segoe UI" panose="020B0502040204020203" pitchFamily="34" charset="0"/>
              </a:rPr>
              <a:t>Total in AED (1 USD=3,65 AED):         3832,50 AED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EF575AA-96E0-1AC3-B1A8-EBED94C65698}"/>
              </a:ext>
            </a:extLst>
          </p:cNvPr>
          <p:cNvSpPr txBox="1"/>
          <p:nvPr/>
        </p:nvSpPr>
        <p:spPr>
          <a:xfrm>
            <a:off x="4845050" y="6339024"/>
            <a:ext cx="258571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Segoe UI" panose="020B0502040204020203" pitchFamily="34" charset="0"/>
                <a:cs typeface="Segoe UI" panose="020B0502040204020203" pitchFamily="34" charset="0"/>
              </a:rPr>
              <a:t>Total in USD:                              </a:t>
            </a:r>
            <a:r>
              <a:rPr lang="ru-RU" sz="800" b="1" dirty="0">
                <a:latin typeface="Segoe UI" panose="020B0502040204020203" pitchFamily="34" charset="0"/>
                <a:cs typeface="Segoe UI" panose="020B0502040204020203" pitchFamily="34" charset="0"/>
              </a:rPr>
              <a:t>          </a:t>
            </a:r>
            <a:r>
              <a:rPr lang="en-US" sz="800" b="1" dirty="0">
                <a:latin typeface="Segoe UI" panose="020B0502040204020203" pitchFamily="34" charset="0"/>
                <a:cs typeface="Segoe UI" panose="020B0502040204020203" pitchFamily="34" charset="0"/>
              </a:rPr>
              <a:t>1050</a:t>
            </a:r>
            <a:r>
              <a:rPr lang="ru-RU" sz="800" b="1" dirty="0">
                <a:latin typeface="Segoe UI" panose="020B0502040204020203" pitchFamily="34" charset="0"/>
                <a:cs typeface="Segoe UI" panose="020B0502040204020203" pitchFamily="34" charset="0"/>
              </a:rPr>
              <a:t>,00</a:t>
            </a:r>
            <a:r>
              <a:rPr lang="en-US" sz="800" b="1" dirty="0">
                <a:latin typeface="Segoe UI" panose="020B0502040204020203" pitchFamily="34" charset="0"/>
                <a:cs typeface="Segoe UI" panose="020B0502040204020203" pitchFamily="34" charset="0"/>
              </a:rPr>
              <a:t> USD</a:t>
            </a:r>
            <a:endParaRPr lang="en-AE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</TotalTime>
  <Words>256</Words>
  <Application>Microsoft Office PowerPoint</Application>
  <PresentationFormat>Произвольный</PresentationFormat>
  <Paragraphs>52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Microsoft Sans Serif</vt:lpstr>
      <vt:lpstr>Segoe UI</vt:lpstr>
      <vt:lpstr>Office Theme</vt:lpstr>
      <vt:lpstr>INVOICE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Безымянный-1</dc:title>
  <dc:creator>Zharas</dc:creator>
  <cp:lastModifiedBy>Сухейль Ганеев</cp:lastModifiedBy>
  <cp:revision>6</cp:revision>
  <dcterms:created xsi:type="dcterms:W3CDTF">2023-12-11T18:02:53Z</dcterms:created>
  <dcterms:modified xsi:type="dcterms:W3CDTF">2026-01-21T20:08:33Z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2023-12-08T00:00:00Z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2023-12-11T00:00:00Z</vt:filetime>
  </property>
</Properties>
</file>